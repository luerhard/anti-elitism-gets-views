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32918400" cy="43891200"/>
  <p:notesSz cx="7099300" cy="10234613"/>
  <p:defaultTextStyle>
    <a:defPPr>
      <a:defRPr lang="de-DE"/>
    </a:defPPr>
    <a:lvl1pPr marL="0" algn="l" defTabSz="4189170" rtl="0" eaLnBrk="1" latinLnBrk="0" hangingPunct="1">
      <a:defRPr sz="8512" kern="1200">
        <a:solidFill>
          <a:schemeClr val="tx1"/>
        </a:solidFill>
        <a:latin typeface="+mn-lt"/>
        <a:ea typeface="+mn-ea"/>
        <a:cs typeface="+mn-cs"/>
      </a:defRPr>
    </a:lvl1pPr>
    <a:lvl2pPr marL="2094583" algn="l" defTabSz="4189170" rtl="0" eaLnBrk="1" latinLnBrk="0" hangingPunct="1">
      <a:defRPr sz="8512" kern="1200">
        <a:solidFill>
          <a:schemeClr val="tx1"/>
        </a:solidFill>
        <a:latin typeface="+mn-lt"/>
        <a:ea typeface="+mn-ea"/>
        <a:cs typeface="+mn-cs"/>
      </a:defRPr>
    </a:lvl2pPr>
    <a:lvl3pPr marL="4189170" algn="l" defTabSz="4189170" rtl="0" eaLnBrk="1" latinLnBrk="0" hangingPunct="1">
      <a:defRPr sz="8512" kern="1200">
        <a:solidFill>
          <a:schemeClr val="tx1"/>
        </a:solidFill>
        <a:latin typeface="+mn-lt"/>
        <a:ea typeface="+mn-ea"/>
        <a:cs typeface="+mn-cs"/>
      </a:defRPr>
    </a:lvl3pPr>
    <a:lvl4pPr marL="6283754" algn="l" defTabSz="4189170" rtl="0" eaLnBrk="1" latinLnBrk="0" hangingPunct="1">
      <a:defRPr sz="8512" kern="1200">
        <a:solidFill>
          <a:schemeClr val="tx1"/>
        </a:solidFill>
        <a:latin typeface="+mn-lt"/>
        <a:ea typeface="+mn-ea"/>
        <a:cs typeface="+mn-cs"/>
      </a:defRPr>
    </a:lvl4pPr>
    <a:lvl5pPr marL="8378340" algn="l" defTabSz="4189170" rtl="0" eaLnBrk="1" latinLnBrk="0" hangingPunct="1">
      <a:defRPr sz="8512" kern="1200">
        <a:solidFill>
          <a:schemeClr val="tx1"/>
        </a:solidFill>
        <a:latin typeface="+mn-lt"/>
        <a:ea typeface="+mn-ea"/>
        <a:cs typeface="+mn-cs"/>
      </a:defRPr>
    </a:lvl5pPr>
    <a:lvl6pPr marL="10472926" algn="l" defTabSz="4189170" rtl="0" eaLnBrk="1" latinLnBrk="0" hangingPunct="1">
      <a:defRPr sz="8512" kern="1200">
        <a:solidFill>
          <a:schemeClr val="tx1"/>
        </a:solidFill>
        <a:latin typeface="+mn-lt"/>
        <a:ea typeface="+mn-ea"/>
        <a:cs typeface="+mn-cs"/>
      </a:defRPr>
    </a:lvl6pPr>
    <a:lvl7pPr marL="12567509" algn="l" defTabSz="4189170" rtl="0" eaLnBrk="1" latinLnBrk="0" hangingPunct="1">
      <a:defRPr sz="8512" kern="1200">
        <a:solidFill>
          <a:schemeClr val="tx1"/>
        </a:solidFill>
        <a:latin typeface="+mn-lt"/>
        <a:ea typeface="+mn-ea"/>
        <a:cs typeface="+mn-cs"/>
      </a:defRPr>
    </a:lvl7pPr>
    <a:lvl8pPr marL="14662099" algn="l" defTabSz="4189170" rtl="0" eaLnBrk="1" latinLnBrk="0" hangingPunct="1">
      <a:defRPr sz="8512" kern="1200">
        <a:solidFill>
          <a:schemeClr val="tx1"/>
        </a:solidFill>
        <a:latin typeface="+mn-lt"/>
        <a:ea typeface="+mn-ea"/>
        <a:cs typeface="+mn-cs"/>
      </a:defRPr>
    </a:lvl8pPr>
    <a:lvl9pPr marL="16756686" algn="l" defTabSz="4189170" rtl="0" eaLnBrk="1" latinLnBrk="0" hangingPunct="1">
      <a:defRPr sz="8512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2568" userDrawn="1">
          <p15:clr>
            <a:srgbClr val="A4A3A4"/>
          </p15:clr>
        </p15:guide>
        <p15:guide id="2" pos="7324" userDrawn="1">
          <p15:clr>
            <a:srgbClr val="A4A3A4"/>
          </p15:clr>
        </p15:guide>
        <p15:guide id="3" orient="horz" pos="19311" userDrawn="1">
          <p15:clr>
            <a:srgbClr val="A4A3A4"/>
          </p15:clr>
        </p15:guide>
        <p15:guide id="4" pos="10369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Raphael Heiberger" initials="rhh" lastIdx="1" clrIdx="0">
    <p:extLst>
      <p:ext uri="{19B8F6BF-5375-455C-9EA6-DF929625EA0E}">
        <p15:presenceInfo xmlns:p15="http://schemas.microsoft.com/office/powerpoint/2012/main" userId="Raphael Heiberger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 horzBarState="maximized">
    <p:restoredLeft sz="5611" autoAdjust="0"/>
    <p:restoredTop sz="97474" autoAdjust="0"/>
  </p:normalViewPr>
  <p:slideViewPr>
    <p:cSldViewPr>
      <p:cViewPr>
        <p:scale>
          <a:sx n="48" d="100"/>
          <a:sy n="48" d="100"/>
        </p:scale>
        <p:origin x="1088" y="-528"/>
      </p:cViewPr>
      <p:guideLst>
        <p:guide orient="horz" pos="12568"/>
        <p:guide pos="7324"/>
        <p:guide orient="horz" pos="19311"/>
        <p:guide pos="1036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4021138" y="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E30742-EFD2-4D76-A1E2-3CD0240E20D4}" type="datetimeFigureOut">
              <a:rPr lang="en-DE" smtClean="0"/>
              <a:t>5/14/24</a:t>
            </a:fld>
            <a:endParaRPr lang="en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2254250" y="1279525"/>
            <a:ext cx="259080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709613" y="4926013"/>
            <a:ext cx="5680075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4021138" y="972185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941B6F1-0C13-4DC3-8879-0CC19A7DB4E8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1630633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60943" rtl="0" eaLnBrk="1" latinLnBrk="0" hangingPunct="1">
      <a:defRPr sz="1261" kern="1200">
        <a:solidFill>
          <a:schemeClr val="tx1"/>
        </a:solidFill>
        <a:latin typeface="+mn-lt"/>
        <a:ea typeface="+mn-ea"/>
        <a:cs typeface="+mn-cs"/>
      </a:defRPr>
    </a:lvl1pPr>
    <a:lvl2pPr marL="480471" algn="l" defTabSz="960943" rtl="0" eaLnBrk="1" latinLnBrk="0" hangingPunct="1">
      <a:defRPr sz="1261" kern="1200">
        <a:solidFill>
          <a:schemeClr val="tx1"/>
        </a:solidFill>
        <a:latin typeface="+mn-lt"/>
        <a:ea typeface="+mn-ea"/>
        <a:cs typeface="+mn-cs"/>
      </a:defRPr>
    </a:lvl2pPr>
    <a:lvl3pPr marL="960943" algn="l" defTabSz="960943" rtl="0" eaLnBrk="1" latinLnBrk="0" hangingPunct="1">
      <a:defRPr sz="1261" kern="1200">
        <a:solidFill>
          <a:schemeClr val="tx1"/>
        </a:solidFill>
        <a:latin typeface="+mn-lt"/>
        <a:ea typeface="+mn-ea"/>
        <a:cs typeface="+mn-cs"/>
      </a:defRPr>
    </a:lvl3pPr>
    <a:lvl4pPr marL="1441414" algn="l" defTabSz="960943" rtl="0" eaLnBrk="1" latinLnBrk="0" hangingPunct="1">
      <a:defRPr sz="1261" kern="1200">
        <a:solidFill>
          <a:schemeClr val="tx1"/>
        </a:solidFill>
        <a:latin typeface="+mn-lt"/>
        <a:ea typeface="+mn-ea"/>
        <a:cs typeface="+mn-cs"/>
      </a:defRPr>
    </a:lvl4pPr>
    <a:lvl5pPr marL="1921886" algn="l" defTabSz="960943" rtl="0" eaLnBrk="1" latinLnBrk="0" hangingPunct="1">
      <a:defRPr sz="1261" kern="1200">
        <a:solidFill>
          <a:schemeClr val="tx1"/>
        </a:solidFill>
        <a:latin typeface="+mn-lt"/>
        <a:ea typeface="+mn-ea"/>
        <a:cs typeface="+mn-cs"/>
      </a:defRPr>
    </a:lvl5pPr>
    <a:lvl6pPr marL="2402357" algn="l" defTabSz="960943" rtl="0" eaLnBrk="1" latinLnBrk="0" hangingPunct="1">
      <a:defRPr sz="1261" kern="1200">
        <a:solidFill>
          <a:schemeClr val="tx1"/>
        </a:solidFill>
        <a:latin typeface="+mn-lt"/>
        <a:ea typeface="+mn-ea"/>
        <a:cs typeface="+mn-cs"/>
      </a:defRPr>
    </a:lvl6pPr>
    <a:lvl7pPr marL="2882829" algn="l" defTabSz="960943" rtl="0" eaLnBrk="1" latinLnBrk="0" hangingPunct="1">
      <a:defRPr sz="1261" kern="1200">
        <a:solidFill>
          <a:schemeClr val="tx1"/>
        </a:solidFill>
        <a:latin typeface="+mn-lt"/>
        <a:ea typeface="+mn-ea"/>
        <a:cs typeface="+mn-cs"/>
      </a:defRPr>
    </a:lvl7pPr>
    <a:lvl8pPr marL="3363300" algn="l" defTabSz="960943" rtl="0" eaLnBrk="1" latinLnBrk="0" hangingPunct="1">
      <a:defRPr sz="1261" kern="1200">
        <a:solidFill>
          <a:schemeClr val="tx1"/>
        </a:solidFill>
        <a:latin typeface="+mn-lt"/>
        <a:ea typeface="+mn-ea"/>
        <a:cs typeface="+mn-cs"/>
      </a:defRPr>
    </a:lvl8pPr>
    <a:lvl9pPr marL="3843772" algn="l" defTabSz="960943" rtl="0" eaLnBrk="1" latinLnBrk="0" hangingPunct="1">
      <a:defRPr sz="1261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2254250" y="1279525"/>
            <a:ext cx="2590800" cy="3454400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41B6F1-0C13-4DC3-8879-0CC19A7DB4E8}" type="slidenum">
              <a:rPr lang="en-DE" smtClean="0"/>
              <a:t>1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4743633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ariante_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platzhalter 3"/>
          <p:cNvSpPr>
            <a:spLocks noGrp="1"/>
          </p:cNvSpPr>
          <p:nvPr>
            <p:ph type="body" sz="quarter" idx="12" hasCustomPrompt="1"/>
          </p:nvPr>
        </p:nvSpPr>
        <p:spPr>
          <a:xfrm>
            <a:off x="4986033" y="6459334"/>
            <a:ext cx="16958490" cy="2609123"/>
          </a:xfrm>
          <a:prstGeom prst="rect">
            <a:avLst/>
          </a:prstGeom>
        </p:spPr>
        <p:txBody>
          <a:bodyPr lIns="129351" tIns="64676" rIns="129351" bIns="64676"/>
          <a:lstStyle>
            <a:lvl1pPr marL="0" indent="0">
              <a:buFontTx/>
              <a:buNone/>
              <a:defRPr sz="3281" baseline="0">
                <a:solidFill>
                  <a:schemeClr val="accent3"/>
                </a:solidFill>
                <a:latin typeface="Univers LT Pro 55" panose="020B0603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 dirty="0"/>
              <a:t>Dr. Anna Beispiel</a:t>
            </a:r>
            <a:br>
              <a:rPr lang="de-DE" dirty="0"/>
            </a:br>
            <a:r>
              <a:rPr lang="de-DE" dirty="0"/>
              <a:t>anna.beispiel@iws.uni-stuttgart.de</a:t>
            </a:r>
            <a:br>
              <a:rPr lang="de-DE" dirty="0"/>
            </a:br>
            <a:r>
              <a:rPr lang="de-DE" dirty="0"/>
              <a:t>Institut für Wasser- und Umweltsystemmodellierung</a:t>
            </a:r>
            <a:br>
              <a:rPr lang="de-DE" dirty="0"/>
            </a:br>
            <a:r>
              <a:rPr lang="de-DE" dirty="0"/>
              <a:t>Pfaffenwaldring 61, D-70569 Stuttgart, Germany</a:t>
            </a:r>
          </a:p>
        </p:txBody>
      </p:sp>
      <p:sp>
        <p:nvSpPr>
          <p:cNvPr id="7" name="Bildplatzhalter 6"/>
          <p:cNvSpPr>
            <a:spLocks noGrp="1"/>
          </p:cNvSpPr>
          <p:nvPr>
            <p:ph type="pic" sz="quarter" idx="13" hasCustomPrompt="1"/>
          </p:nvPr>
        </p:nvSpPr>
        <p:spPr>
          <a:xfrm>
            <a:off x="23826698" y="39658660"/>
            <a:ext cx="6649311" cy="2087298"/>
          </a:xfrm>
          <a:prstGeom prst="rect">
            <a:avLst/>
          </a:prstGeom>
        </p:spPr>
        <p:txBody>
          <a:bodyPr lIns="129351" tIns="64676" rIns="129351" bIns="64676"/>
          <a:lstStyle>
            <a:lvl1pPr marL="0" indent="0" algn="ctr">
              <a:buNone/>
              <a:defRPr sz="5332" baseline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 dirty="0" err="1"/>
              <a:t>Sublogo</a:t>
            </a:r>
            <a:r>
              <a:rPr lang="de-DE" dirty="0"/>
              <a:t> durch Klicken hinzufügen</a:t>
            </a:r>
          </a:p>
        </p:txBody>
      </p:sp>
      <p:sp>
        <p:nvSpPr>
          <p:cNvPr id="8" name="Textplatzhalter 11"/>
          <p:cNvSpPr>
            <a:spLocks noGrp="1"/>
          </p:cNvSpPr>
          <p:nvPr>
            <p:ph type="body" sz="quarter" idx="14" hasCustomPrompt="1"/>
          </p:nvPr>
        </p:nvSpPr>
        <p:spPr>
          <a:xfrm>
            <a:off x="2215144" y="10704039"/>
            <a:ext cx="13815303" cy="28790174"/>
          </a:xfrm>
          <a:prstGeom prst="rect">
            <a:avLst/>
          </a:prstGeom>
        </p:spPr>
        <p:txBody>
          <a:bodyPr lIns="129351" tIns="64676" rIns="129351" bIns="64676"/>
          <a:lstStyle>
            <a:lvl1pPr marL="0" marR="0" indent="0" algn="l" defTabSz="408712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332" b="1" i="0" baseline="0">
                <a:solidFill>
                  <a:schemeClr val="accent3"/>
                </a:solidFill>
                <a:latin typeface="Univers LT Pro 45 Light" panose="020B0403020202090204" pitchFamily="34" charset="0"/>
                <a:cs typeface="Arial" panose="020B0604020202020204" pitchFamily="34" charset="0"/>
              </a:defRPr>
            </a:lvl1pPr>
            <a:lvl2pPr marL="2043558" indent="0">
              <a:buFontTx/>
              <a:buNone/>
              <a:defRPr sz="5127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4087122" indent="0">
              <a:buFontTx/>
              <a:buNone/>
              <a:defRPr sz="5127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6130681" indent="0">
              <a:buFontTx/>
              <a:buNone/>
              <a:defRPr sz="5127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8174243" indent="0">
              <a:buFontTx/>
              <a:buNone/>
              <a:defRPr sz="5127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marL="0" marR="0" lvl="0" indent="0" algn="l" defTabSz="408712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dirty="0"/>
              <a:t>Headline</a:t>
            </a:r>
          </a:p>
        </p:txBody>
      </p:sp>
      <p:sp>
        <p:nvSpPr>
          <p:cNvPr id="2" name="Ellipse 1"/>
          <p:cNvSpPr/>
          <p:nvPr userDrawn="1"/>
        </p:nvSpPr>
        <p:spPr>
          <a:xfrm>
            <a:off x="24851890" y="2066987"/>
            <a:ext cx="8610104" cy="8120306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8727"/>
          </a:p>
        </p:txBody>
      </p:sp>
      <p:sp>
        <p:nvSpPr>
          <p:cNvPr id="6" name="Textplatzhalter 5"/>
          <p:cNvSpPr>
            <a:spLocks noGrp="1"/>
          </p:cNvSpPr>
          <p:nvPr>
            <p:ph type="body" sz="quarter" idx="15" hasCustomPrompt="1"/>
          </p:nvPr>
        </p:nvSpPr>
        <p:spPr>
          <a:xfrm>
            <a:off x="26808732" y="4539989"/>
            <a:ext cx="7671672" cy="4355921"/>
          </a:xfrm>
          <a:prstGeom prst="rect">
            <a:avLst/>
          </a:prstGeom>
        </p:spPr>
        <p:txBody>
          <a:bodyPr lIns="129351" tIns="64676" rIns="129351" bIns="64676"/>
          <a:lstStyle>
            <a:lvl1pPr marL="0" indent="0">
              <a:buFontTx/>
              <a:buNone/>
              <a:defRPr sz="5332" b="1">
                <a:solidFill>
                  <a:schemeClr val="accent3"/>
                </a:solidFill>
                <a:latin typeface="Univers LT Pro 45 Light" panose="020B040302020209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Ich bin eine </a:t>
            </a:r>
            <a:r>
              <a:rPr lang="de-DE" dirty="0" err="1"/>
              <a:t>headline</a:t>
            </a:r>
            <a:endParaRPr lang="de-DE" dirty="0"/>
          </a:p>
        </p:txBody>
      </p:sp>
      <p:sp>
        <p:nvSpPr>
          <p:cNvPr id="3" name="Ellipse 2"/>
          <p:cNvSpPr/>
          <p:nvPr userDrawn="1"/>
        </p:nvSpPr>
        <p:spPr>
          <a:xfrm>
            <a:off x="20938207" y="2066987"/>
            <a:ext cx="5283473" cy="4982915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8727"/>
          </a:p>
        </p:txBody>
      </p:sp>
      <p:sp>
        <p:nvSpPr>
          <p:cNvPr id="11" name="Textplatzhalter 11"/>
          <p:cNvSpPr>
            <a:spLocks noGrp="1"/>
          </p:cNvSpPr>
          <p:nvPr>
            <p:ph type="body" sz="quarter" idx="18" hasCustomPrompt="1"/>
          </p:nvPr>
        </p:nvSpPr>
        <p:spPr>
          <a:xfrm>
            <a:off x="17024523" y="10704039"/>
            <a:ext cx="13815303" cy="28790174"/>
          </a:xfrm>
          <a:prstGeom prst="rect">
            <a:avLst/>
          </a:prstGeom>
        </p:spPr>
        <p:txBody>
          <a:bodyPr lIns="129351" tIns="64676" rIns="129351" bIns="64676"/>
          <a:lstStyle>
            <a:lvl1pPr marL="0" marR="0" indent="0" algn="l" defTabSz="408712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614" b="1" i="0" baseline="0">
                <a:solidFill>
                  <a:schemeClr val="accent3"/>
                </a:solidFill>
                <a:latin typeface="Univers LT Pro 45 Light" panose="020B0403020202090204" pitchFamily="34" charset="0"/>
                <a:cs typeface="Arial" panose="020B0604020202020204" pitchFamily="34" charset="0"/>
              </a:defRPr>
            </a:lvl1pPr>
            <a:lvl2pPr marL="2043558" indent="0">
              <a:buFontTx/>
              <a:buNone/>
              <a:defRPr sz="5127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4087122" indent="0">
              <a:buFontTx/>
              <a:buNone/>
              <a:defRPr sz="5127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6130681" indent="0">
              <a:buFontTx/>
              <a:buNone/>
              <a:defRPr sz="5127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8174243" indent="0">
              <a:buFontTx/>
              <a:buNone/>
              <a:defRPr sz="5127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de-DE" dirty="0"/>
              <a:t>Headline</a:t>
            </a:r>
          </a:p>
        </p:txBody>
      </p:sp>
      <p:sp>
        <p:nvSpPr>
          <p:cNvPr id="9" name="Textplatzhalter 5"/>
          <p:cNvSpPr>
            <a:spLocks noGrp="1"/>
          </p:cNvSpPr>
          <p:nvPr>
            <p:ph type="body" sz="quarter" idx="16" hasCustomPrompt="1"/>
          </p:nvPr>
        </p:nvSpPr>
        <p:spPr>
          <a:xfrm>
            <a:off x="21772600" y="3192993"/>
            <a:ext cx="4785025" cy="3396141"/>
          </a:xfrm>
          <a:prstGeom prst="rect">
            <a:avLst/>
          </a:prstGeom>
        </p:spPr>
        <p:txBody>
          <a:bodyPr lIns="129351" tIns="64676" rIns="129351" bIns="64676"/>
          <a:lstStyle>
            <a:lvl1pPr marL="0" indent="0">
              <a:buFontTx/>
              <a:buNone/>
              <a:defRPr sz="3281" b="1" baseline="0">
                <a:solidFill>
                  <a:schemeClr val="bg1"/>
                </a:solidFill>
                <a:latin typeface="Univers LT Pro 45 Light" panose="020B040302020209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VORNAME - NAME</a:t>
            </a:r>
          </a:p>
        </p:txBody>
      </p:sp>
      <p:sp>
        <p:nvSpPr>
          <p:cNvPr id="10" name="Textplatzhalter 3"/>
          <p:cNvSpPr>
            <a:spLocks noGrp="1"/>
          </p:cNvSpPr>
          <p:nvPr>
            <p:ph type="body" sz="quarter" idx="17" hasCustomPrompt="1"/>
          </p:nvPr>
        </p:nvSpPr>
        <p:spPr>
          <a:xfrm>
            <a:off x="4986430" y="3730752"/>
            <a:ext cx="16958490" cy="2609123"/>
          </a:xfrm>
          <a:prstGeom prst="rect">
            <a:avLst/>
          </a:prstGeom>
        </p:spPr>
        <p:txBody>
          <a:bodyPr lIns="129351" tIns="64676" rIns="129351" bIns="64676"/>
          <a:lstStyle>
            <a:lvl1pPr marL="0" indent="0">
              <a:buFontTx/>
              <a:buNone/>
              <a:defRPr sz="5332">
                <a:solidFill>
                  <a:schemeClr val="accent3"/>
                </a:solidFill>
                <a:latin typeface="Univers LT Pro 55" panose="020B0603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 dirty="0"/>
              <a:t>Institutsname bitte hier Klicken und überschreiben</a:t>
            </a:r>
          </a:p>
        </p:txBody>
      </p:sp>
      <p:sp>
        <p:nvSpPr>
          <p:cNvPr id="14" name="Textplatzhalter 3"/>
          <p:cNvSpPr>
            <a:spLocks noGrp="1"/>
          </p:cNvSpPr>
          <p:nvPr>
            <p:ph type="body" sz="quarter" idx="19" hasCustomPrompt="1"/>
          </p:nvPr>
        </p:nvSpPr>
        <p:spPr>
          <a:xfrm>
            <a:off x="2215145" y="39678766"/>
            <a:ext cx="13815303" cy="2274537"/>
          </a:xfrm>
          <a:prstGeom prst="rect">
            <a:avLst/>
          </a:prstGeom>
        </p:spPr>
        <p:txBody>
          <a:bodyPr lIns="129351" tIns="64676" rIns="129351" bIns="64676"/>
          <a:lstStyle>
            <a:lvl1pPr marL="0" indent="0">
              <a:buFontTx/>
              <a:buNone/>
              <a:defRPr sz="5332" b="1">
                <a:solidFill>
                  <a:schemeClr val="accent3"/>
                </a:solidFill>
                <a:latin typeface="Univers LT Pro 45 Light" panose="020B0403020202090204" pitchFamily="34" charset="0"/>
                <a:cs typeface="Arial" panose="020B0604020202020204" pitchFamily="34" charset="0"/>
              </a:defRPr>
            </a:lvl1pPr>
          </a:lstStyle>
          <a:p>
            <a:r>
              <a:rPr lang="de-DE" dirty="0"/>
              <a:t>www.uni-stuttgart.de</a:t>
            </a:r>
          </a:p>
        </p:txBody>
      </p:sp>
    </p:spTree>
    <p:extLst>
      <p:ext uri="{BB962C8B-B14F-4D97-AF65-F5344CB8AC3E}">
        <p14:creationId xmlns:p14="http://schemas.microsoft.com/office/powerpoint/2010/main" val="40050417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ariante_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platzhalter 3"/>
          <p:cNvSpPr>
            <a:spLocks noGrp="1"/>
          </p:cNvSpPr>
          <p:nvPr>
            <p:ph type="body" sz="quarter" idx="12" hasCustomPrompt="1"/>
          </p:nvPr>
        </p:nvSpPr>
        <p:spPr>
          <a:xfrm>
            <a:off x="4986033" y="6459334"/>
            <a:ext cx="16958490" cy="2609123"/>
          </a:xfrm>
          <a:prstGeom prst="rect">
            <a:avLst/>
          </a:prstGeom>
        </p:spPr>
        <p:txBody>
          <a:bodyPr lIns="129351" tIns="64676" rIns="129351" bIns="64676"/>
          <a:lstStyle>
            <a:lvl1pPr marL="0" indent="0">
              <a:buFontTx/>
              <a:buNone/>
              <a:defRPr sz="3281" baseline="0">
                <a:solidFill>
                  <a:schemeClr val="accent3"/>
                </a:solidFill>
                <a:latin typeface="Univers LT Pro 55" panose="020B0603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 dirty="0"/>
              <a:t>Dr. Anna Beispiel</a:t>
            </a:r>
            <a:br>
              <a:rPr lang="de-DE" dirty="0"/>
            </a:br>
            <a:r>
              <a:rPr lang="de-DE" dirty="0"/>
              <a:t>anna.beispiel@iws.uni-stuttgart.de</a:t>
            </a:r>
            <a:br>
              <a:rPr lang="de-DE" dirty="0"/>
            </a:br>
            <a:r>
              <a:rPr lang="de-DE" dirty="0"/>
              <a:t>Institut für Wasser- und Umweltsystemmodellierung</a:t>
            </a:r>
            <a:br>
              <a:rPr lang="de-DE" dirty="0"/>
            </a:br>
            <a:r>
              <a:rPr lang="de-DE" dirty="0"/>
              <a:t>Pfaffenwaldring 61, D-70569 Stuttgart, Germany</a:t>
            </a:r>
          </a:p>
        </p:txBody>
      </p:sp>
      <p:sp>
        <p:nvSpPr>
          <p:cNvPr id="7" name="Bildplatzhalter 6"/>
          <p:cNvSpPr>
            <a:spLocks noGrp="1"/>
          </p:cNvSpPr>
          <p:nvPr>
            <p:ph type="pic" sz="quarter" idx="13" hasCustomPrompt="1"/>
          </p:nvPr>
        </p:nvSpPr>
        <p:spPr>
          <a:xfrm>
            <a:off x="23826698" y="39658660"/>
            <a:ext cx="6649311" cy="2087298"/>
          </a:xfrm>
          <a:prstGeom prst="rect">
            <a:avLst/>
          </a:prstGeom>
        </p:spPr>
        <p:txBody>
          <a:bodyPr lIns="129351" tIns="64676" rIns="129351" bIns="64676"/>
          <a:lstStyle>
            <a:lvl1pPr marL="0" indent="0" algn="ctr">
              <a:buNone/>
              <a:defRPr sz="5332" baseline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 dirty="0" err="1"/>
              <a:t>Sublogo</a:t>
            </a:r>
            <a:r>
              <a:rPr lang="de-DE" dirty="0"/>
              <a:t> durch Klicken hinzufügen</a:t>
            </a:r>
          </a:p>
        </p:txBody>
      </p:sp>
      <p:sp>
        <p:nvSpPr>
          <p:cNvPr id="8" name="Textplatzhalter 11"/>
          <p:cNvSpPr>
            <a:spLocks noGrp="1"/>
          </p:cNvSpPr>
          <p:nvPr>
            <p:ph type="body" sz="quarter" idx="14" hasCustomPrompt="1"/>
          </p:nvPr>
        </p:nvSpPr>
        <p:spPr>
          <a:xfrm>
            <a:off x="2215144" y="10704039"/>
            <a:ext cx="13815303" cy="28790174"/>
          </a:xfrm>
          <a:prstGeom prst="rect">
            <a:avLst/>
          </a:prstGeom>
        </p:spPr>
        <p:txBody>
          <a:bodyPr lIns="129351" tIns="64676" rIns="129351" bIns="64676"/>
          <a:lstStyle>
            <a:lvl1pPr marL="0" marR="0" indent="0" algn="l" defTabSz="408712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332" b="1" i="0" baseline="0">
                <a:solidFill>
                  <a:schemeClr val="accent3"/>
                </a:solidFill>
                <a:latin typeface="Univers LT Pro 45 Light" panose="020B0403020202090204" pitchFamily="34" charset="0"/>
                <a:cs typeface="Arial" panose="020B0604020202020204" pitchFamily="34" charset="0"/>
              </a:defRPr>
            </a:lvl1pPr>
            <a:lvl2pPr marL="2043558" indent="0">
              <a:buFontTx/>
              <a:buNone/>
              <a:defRPr sz="5127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4087122" indent="0">
              <a:buFontTx/>
              <a:buNone/>
              <a:defRPr sz="5127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6130681" indent="0">
              <a:buFontTx/>
              <a:buNone/>
              <a:defRPr sz="5127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8174243" indent="0">
              <a:buFontTx/>
              <a:buNone/>
              <a:defRPr sz="5127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marL="0" marR="0" lvl="0" indent="0" algn="l" defTabSz="408712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dirty="0"/>
              <a:t>Headline</a:t>
            </a:r>
          </a:p>
          <a:p>
            <a:endParaRPr lang="de-DE" sz="4306" b="1" dirty="0">
              <a:solidFill>
                <a:schemeClr val="accent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Ellipse 1"/>
          <p:cNvSpPr/>
          <p:nvPr userDrawn="1"/>
        </p:nvSpPr>
        <p:spPr>
          <a:xfrm>
            <a:off x="24851890" y="2066987"/>
            <a:ext cx="8610104" cy="8120306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8727"/>
          </a:p>
        </p:txBody>
      </p:sp>
      <p:sp>
        <p:nvSpPr>
          <p:cNvPr id="6" name="Textplatzhalter 5"/>
          <p:cNvSpPr>
            <a:spLocks noGrp="1"/>
          </p:cNvSpPr>
          <p:nvPr>
            <p:ph type="body" sz="quarter" idx="15" hasCustomPrompt="1"/>
          </p:nvPr>
        </p:nvSpPr>
        <p:spPr>
          <a:xfrm>
            <a:off x="26808732" y="4539989"/>
            <a:ext cx="7671672" cy="4355921"/>
          </a:xfrm>
          <a:prstGeom prst="rect">
            <a:avLst/>
          </a:prstGeom>
        </p:spPr>
        <p:txBody>
          <a:bodyPr lIns="129351" tIns="64676" rIns="129351" bIns="64676"/>
          <a:lstStyle>
            <a:lvl1pPr marL="0" indent="0">
              <a:buFontTx/>
              <a:buNone/>
              <a:defRPr sz="5332" b="1">
                <a:solidFill>
                  <a:schemeClr val="bg1"/>
                </a:solidFill>
                <a:latin typeface="Univers LT Pro 45 Light" panose="020B040302020209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Ich bin eine </a:t>
            </a:r>
            <a:r>
              <a:rPr lang="de-DE" dirty="0" err="1"/>
              <a:t>headline</a:t>
            </a:r>
            <a:endParaRPr lang="de-DE" dirty="0"/>
          </a:p>
        </p:txBody>
      </p:sp>
      <p:sp>
        <p:nvSpPr>
          <p:cNvPr id="3" name="Ellipse 2"/>
          <p:cNvSpPr/>
          <p:nvPr userDrawn="1"/>
        </p:nvSpPr>
        <p:spPr>
          <a:xfrm>
            <a:off x="20938207" y="2066987"/>
            <a:ext cx="5283473" cy="498291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8727"/>
          </a:p>
        </p:txBody>
      </p:sp>
      <p:sp>
        <p:nvSpPr>
          <p:cNvPr id="11" name="Textplatzhalter 11"/>
          <p:cNvSpPr>
            <a:spLocks noGrp="1"/>
          </p:cNvSpPr>
          <p:nvPr>
            <p:ph type="body" sz="quarter" idx="18" hasCustomPrompt="1"/>
          </p:nvPr>
        </p:nvSpPr>
        <p:spPr>
          <a:xfrm>
            <a:off x="17024523" y="10704039"/>
            <a:ext cx="13815303" cy="28790174"/>
          </a:xfrm>
          <a:prstGeom prst="rect">
            <a:avLst/>
          </a:prstGeom>
        </p:spPr>
        <p:txBody>
          <a:bodyPr lIns="129351" tIns="64676" rIns="129351" bIns="64676"/>
          <a:lstStyle>
            <a:lvl1pPr marL="0" marR="0" indent="0" algn="l" defTabSz="408712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614" b="1" i="0" baseline="0">
                <a:solidFill>
                  <a:schemeClr val="accent3"/>
                </a:solidFill>
                <a:latin typeface="Univers LT Pro 45 Light" panose="020B0403020202090204" pitchFamily="34" charset="0"/>
                <a:cs typeface="Arial" panose="020B0604020202020204" pitchFamily="34" charset="0"/>
              </a:defRPr>
            </a:lvl1pPr>
            <a:lvl2pPr marL="2043558" indent="0">
              <a:buFontTx/>
              <a:buNone/>
              <a:defRPr sz="5127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4087122" indent="0">
              <a:buFontTx/>
              <a:buNone/>
              <a:defRPr sz="5127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6130681" indent="0">
              <a:buFontTx/>
              <a:buNone/>
              <a:defRPr sz="5127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8174243" indent="0">
              <a:buFontTx/>
              <a:buNone/>
              <a:defRPr sz="5127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de-DE" dirty="0"/>
              <a:t>Headline</a:t>
            </a:r>
          </a:p>
        </p:txBody>
      </p:sp>
      <p:sp>
        <p:nvSpPr>
          <p:cNvPr id="9" name="Textplatzhalter 5"/>
          <p:cNvSpPr>
            <a:spLocks noGrp="1"/>
          </p:cNvSpPr>
          <p:nvPr>
            <p:ph type="body" sz="quarter" idx="16" hasCustomPrompt="1"/>
          </p:nvPr>
        </p:nvSpPr>
        <p:spPr>
          <a:xfrm>
            <a:off x="21772600" y="3192993"/>
            <a:ext cx="4785025" cy="3396141"/>
          </a:xfrm>
          <a:prstGeom prst="rect">
            <a:avLst/>
          </a:prstGeom>
        </p:spPr>
        <p:txBody>
          <a:bodyPr lIns="129351" tIns="64676" rIns="129351" bIns="64676"/>
          <a:lstStyle>
            <a:lvl1pPr marL="0" indent="0">
              <a:buFontTx/>
              <a:buNone/>
              <a:defRPr sz="3281" b="1" baseline="0">
                <a:solidFill>
                  <a:schemeClr val="accent3"/>
                </a:solidFill>
                <a:latin typeface="Univers LT Pro 45 Light" panose="020B040302020209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VORNAME - NAME</a:t>
            </a:r>
          </a:p>
        </p:txBody>
      </p:sp>
      <p:sp>
        <p:nvSpPr>
          <p:cNvPr id="10" name="Textplatzhalter 3"/>
          <p:cNvSpPr>
            <a:spLocks noGrp="1"/>
          </p:cNvSpPr>
          <p:nvPr>
            <p:ph type="body" sz="quarter" idx="17" hasCustomPrompt="1"/>
          </p:nvPr>
        </p:nvSpPr>
        <p:spPr>
          <a:xfrm>
            <a:off x="4986430" y="3730752"/>
            <a:ext cx="16958490" cy="2609123"/>
          </a:xfrm>
          <a:prstGeom prst="rect">
            <a:avLst/>
          </a:prstGeom>
        </p:spPr>
        <p:txBody>
          <a:bodyPr lIns="129351" tIns="64676" rIns="129351" bIns="64676"/>
          <a:lstStyle>
            <a:lvl1pPr marL="0" indent="0">
              <a:buFontTx/>
              <a:buNone/>
              <a:defRPr sz="5332">
                <a:solidFill>
                  <a:schemeClr val="accent3"/>
                </a:solidFill>
                <a:latin typeface="Univers LT Pro 55" panose="020B0603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 dirty="0"/>
              <a:t>Institutsname bitte hier Klicken und überschreiben</a:t>
            </a:r>
          </a:p>
        </p:txBody>
      </p:sp>
      <p:sp>
        <p:nvSpPr>
          <p:cNvPr id="14" name="Textplatzhalter 3"/>
          <p:cNvSpPr>
            <a:spLocks noGrp="1"/>
          </p:cNvSpPr>
          <p:nvPr>
            <p:ph type="body" sz="quarter" idx="19" hasCustomPrompt="1"/>
          </p:nvPr>
        </p:nvSpPr>
        <p:spPr>
          <a:xfrm>
            <a:off x="2215145" y="39678766"/>
            <a:ext cx="13815303" cy="2274537"/>
          </a:xfrm>
          <a:prstGeom prst="rect">
            <a:avLst/>
          </a:prstGeom>
        </p:spPr>
        <p:txBody>
          <a:bodyPr lIns="129351" tIns="64676" rIns="129351" bIns="64676"/>
          <a:lstStyle>
            <a:lvl1pPr marL="0" indent="0">
              <a:buFontTx/>
              <a:buNone/>
              <a:defRPr sz="5332" b="1">
                <a:solidFill>
                  <a:schemeClr val="accent3"/>
                </a:solidFill>
                <a:latin typeface="Univers LT Pro 45 Light" panose="020B0403020202090204" pitchFamily="34" charset="0"/>
                <a:cs typeface="Arial" panose="020B0604020202020204" pitchFamily="34" charset="0"/>
              </a:defRPr>
            </a:lvl1pPr>
          </a:lstStyle>
          <a:p>
            <a:r>
              <a:rPr lang="de-DE" dirty="0"/>
              <a:t>www.uni-stuttgart.de</a:t>
            </a:r>
          </a:p>
        </p:txBody>
      </p:sp>
    </p:spTree>
    <p:extLst>
      <p:ext uri="{BB962C8B-B14F-4D97-AF65-F5344CB8AC3E}">
        <p14:creationId xmlns:p14="http://schemas.microsoft.com/office/powerpoint/2010/main" val="25998052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ariante_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platzhalter 3"/>
          <p:cNvSpPr>
            <a:spLocks noGrp="1"/>
          </p:cNvSpPr>
          <p:nvPr>
            <p:ph type="body" sz="quarter" idx="12" hasCustomPrompt="1"/>
          </p:nvPr>
        </p:nvSpPr>
        <p:spPr>
          <a:xfrm>
            <a:off x="4986033" y="6459334"/>
            <a:ext cx="16958490" cy="2609123"/>
          </a:xfrm>
          <a:prstGeom prst="rect">
            <a:avLst/>
          </a:prstGeom>
        </p:spPr>
        <p:txBody>
          <a:bodyPr lIns="129351" tIns="64676" rIns="129351" bIns="64676"/>
          <a:lstStyle>
            <a:lvl1pPr marL="0" indent="0">
              <a:buFontTx/>
              <a:buNone/>
              <a:defRPr sz="3281" baseline="0">
                <a:solidFill>
                  <a:schemeClr val="accent3"/>
                </a:solidFill>
                <a:latin typeface="Univers LT Pro 55" panose="020B0603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 dirty="0"/>
              <a:t>Dr. Anna Beispiel</a:t>
            </a:r>
            <a:br>
              <a:rPr lang="de-DE" dirty="0"/>
            </a:br>
            <a:r>
              <a:rPr lang="de-DE" dirty="0"/>
              <a:t>anna.beispiel@iws.uni-stuttgart.de</a:t>
            </a:r>
            <a:br>
              <a:rPr lang="de-DE" dirty="0"/>
            </a:br>
            <a:r>
              <a:rPr lang="de-DE" dirty="0"/>
              <a:t>Institut für Wasser- und Umweltsystemmodellierung</a:t>
            </a:r>
            <a:br>
              <a:rPr lang="de-DE" dirty="0"/>
            </a:br>
            <a:r>
              <a:rPr lang="de-DE" dirty="0"/>
              <a:t>Pfaffenwaldring 61, D-70569 Stuttgart, Germany</a:t>
            </a:r>
          </a:p>
        </p:txBody>
      </p:sp>
      <p:sp>
        <p:nvSpPr>
          <p:cNvPr id="7" name="Bildplatzhalter 6"/>
          <p:cNvSpPr>
            <a:spLocks noGrp="1"/>
          </p:cNvSpPr>
          <p:nvPr>
            <p:ph type="pic" sz="quarter" idx="13" hasCustomPrompt="1"/>
          </p:nvPr>
        </p:nvSpPr>
        <p:spPr>
          <a:xfrm>
            <a:off x="23826698" y="39658660"/>
            <a:ext cx="6649311" cy="2087298"/>
          </a:xfrm>
          <a:prstGeom prst="rect">
            <a:avLst/>
          </a:prstGeom>
        </p:spPr>
        <p:txBody>
          <a:bodyPr lIns="129351" tIns="64676" rIns="129351" bIns="64676"/>
          <a:lstStyle>
            <a:lvl1pPr marL="0" indent="0" algn="ctr">
              <a:buNone/>
              <a:defRPr sz="5332" baseline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 dirty="0" err="1"/>
              <a:t>Sublogo</a:t>
            </a:r>
            <a:r>
              <a:rPr lang="de-DE" dirty="0"/>
              <a:t> durch Klicken hinzufügen</a:t>
            </a:r>
          </a:p>
        </p:txBody>
      </p:sp>
      <p:sp>
        <p:nvSpPr>
          <p:cNvPr id="8" name="Textplatzhalter 11"/>
          <p:cNvSpPr>
            <a:spLocks noGrp="1"/>
          </p:cNvSpPr>
          <p:nvPr>
            <p:ph type="body" sz="quarter" idx="14" hasCustomPrompt="1"/>
          </p:nvPr>
        </p:nvSpPr>
        <p:spPr>
          <a:xfrm>
            <a:off x="2215144" y="10704039"/>
            <a:ext cx="13815303" cy="28790174"/>
          </a:xfrm>
          <a:prstGeom prst="rect">
            <a:avLst/>
          </a:prstGeom>
        </p:spPr>
        <p:txBody>
          <a:bodyPr lIns="129351" tIns="64676" rIns="129351" bIns="64676"/>
          <a:lstStyle>
            <a:lvl1pPr marL="0" marR="0" indent="0" algn="l" defTabSz="408712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332" b="1" i="0" baseline="0">
                <a:solidFill>
                  <a:schemeClr val="accent3"/>
                </a:solidFill>
                <a:latin typeface="Univers LT Pro 45 Light" panose="020B0403020202090204" pitchFamily="34" charset="0"/>
                <a:cs typeface="Arial" panose="020B0604020202020204" pitchFamily="34" charset="0"/>
              </a:defRPr>
            </a:lvl1pPr>
            <a:lvl2pPr marL="2043558" indent="0">
              <a:buFontTx/>
              <a:buNone/>
              <a:defRPr sz="5127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4087122" indent="0">
              <a:buFontTx/>
              <a:buNone/>
              <a:defRPr sz="5127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6130681" indent="0">
              <a:buFontTx/>
              <a:buNone/>
              <a:defRPr sz="5127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8174243" indent="0">
              <a:buFontTx/>
              <a:buNone/>
              <a:defRPr sz="5127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marL="0" marR="0" lvl="0" indent="0" algn="l" defTabSz="408712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dirty="0"/>
              <a:t>Headline</a:t>
            </a:r>
            <a:endParaRPr lang="de-DE" sz="4306" dirty="0">
              <a:solidFill>
                <a:schemeClr val="accent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de-DE" sz="4306" b="1" dirty="0">
              <a:solidFill>
                <a:schemeClr val="accent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Ellipse 1"/>
          <p:cNvSpPr/>
          <p:nvPr userDrawn="1"/>
        </p:nvSpPr>
        <p:spPr>
          <a:xfrm>
            <a:off x="24851890" y="2066987"/>
            <a:ext cx="8610104" cy="812030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8727"/>
          </a:p>
        </p:txBody>
      </p:sp>
      <p:sp>
        <p:nvSpPr>
          <p:cNvPr id="6" name="Textplatzhalter 5"/>
          <p:cNvSpPr>
            <a:spLocks noGrp="1"/>
          </p:cNvSpPr>
          <p:nvPr>
            <p:ph type="body" sz="quarter" idx="15" hasCustomPrompt="1"/>
          </p:nvPr>
        </p:nvSpPr>
        <p:spPr>
          <a:xfrm>
            <a:off x="26808732" y="4539989"/>
            <a:ext cx="7671672" cy="4355921"/>
          </a:xfrm>
          <a:prstGeom prst="rect">
            <a:avLst/>
          </a:prstGeom>
        </p:spPr>
        <p:txBody>
          <a:bodyPr lIns="129351" tIns="64676" rIns="129351" bIns="64676"/>
          <a:lstStyle>
            <a:lvl1pPr marL="0" indent="0">
              <a:buFontTx/>
              <a:buNone/>
              <a:defRPr sz="5332" b="1">
                <a:solidFill>
                  <a:schemeClr val="bg1"/>
                </a:solidFill>
                <a:latin typeface="Univers LT Pro 45 Light" panose="020B040302020209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Ich bin eine </a:t>
            </a:r>
            <a:r>
              <a:rPr lang="de-DE" dirty="0" err="1"/>
              <a:t>headline</a:t>
            </a:r>
            <a:endParaRPr lang="de-DE" dirty="0"/>
          </a:p>
        </p:txBody>
      </p:sp>
      <p:sp>
        <p:nvSpPr>
          <p:cNvPr id="3" name="Ellipse 2"/>
          <p:cNvSpPr/>
          <p:nvPr userDrawn="1"/>
        </p:nvSpPr>
        <p:spPr>
          <a:xfrm>
            <a:off x="20938207" y="2066987"/>
            <a:ext cx="5283473" cy="4982915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8727"/>
          </a:p>
        </p:txBody>
      </p:sp>
      <p:sp>
        <p:nvSpPr>
          <p:cNvPr id="11" name="Textplatzhalter 11"/>
          <p:cNvSpPr>
            <a:spLocks noGrp="1"/>
          </p:cNvSpPr>
          <p:nvPr>
            <p:ph type="body" sz="quarter" idx="18" hasCustomPrompt="1"/>
          </p:nvPr>
        </p:nvSpPr>
        <p:spPr>
          <a:xfrm>
            <a:off x="17024523" y="10704039"/>
            <a:ext cx="13815303" cy="28790174"/>
          </a:xfrm>
          <a:prstGeom prst="rect">
            <a:avLst/>
          </a:prstGeom>
        </p:spPr>
        <p:txBody>
          <a:bodyPr lIns="129351" tIns="64676" rIns="129351" bIns="64676"/>
          <a:lstStyle>
            <a:lvl1pPr marL="0" marR="0" indent="0" algn="l" defTabSz="408712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614" b="1" i="0" baseline="0">
                <a:solidFill>
                  <a:schemeClr val="accent3"/>
                </a:solidFill>
                <a:latin typeface="Univers LT Pro 45 Light" panose="020B0403020202090204" pitchFamily="34" charset="0"/>
                <a:cs typeface="Arial" panose="020B0604020202020204" pitchFamily="34" charset="0"/>
              </a:defRPr>
            </a:lvl1pPr>
            <a:lvl2pPr marL="2043558" indent="0">
              <a:buFontTx/>
              <a:buNone/>
              <a:defRPr sz="5127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4087122" indent="0">
              <a:buFontTx/>
              <a:buNone/>
              <a:defRPr sz="5127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6130681" indent="0">
              <a:buFontTx/>
              <a:buNone/>
              <a:defRPr sz="5127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8174243" indent="0">
              <a:buFontTx/>
              <a:buNone/>
              <a:defRPr sz="5127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de-DE" dirty="0"/>
              <a:t>Headline</a:t>
            </a:r>
          </a:p>
        </p:txBody>
      </p:sp>
      <p:sp>
        <p:nvSpPr>
          <p:cNvPr id="9" name="Textplatzhalter 5"/>
          <p:cNvSpPr>
            <a:spLocks noGrp="1"/>
          </p:cNvSpPr>
          <p:nvPr>
            <p:ph type="body" sz="quarter" idx="16" hasCustomPrompt="1"/>
          </p:nvPr>
        </p:nvSpPr>
        <p:spPr>
          <a:xfrm>
            <a:off x="21772600" y="3192993"/>
            <a:ext cx="4785025" cy="3396141"/>
          </a:xfrm>
          <a:prstGeom prst="rect">
            <a:avLst/>
          </a:prstGeom>
        </p:spPr>
        <p:txBody>
          <a:bodyPr lIns="129351" tIns="64676" rIns="129351" bIns="64676"/>
          <a:lstStyle>
            <a:lvl1pPr marL="0" indent="0">
              <a:buFontTx/>
              <a:buNone/>
              <a:defRPr sz="3281" b="1" baseline="0">
                <a:solidFill>
                  <a:schemeClr val="bg1"/>
                </a:solidFill>
                <a:latin typeface="Univers LT Pro 45 Light" panose="020B040302020209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VORNAME - NAME</a:t>
            </a:r>
          </a:p>
        </p:txBody>
      </p:sp>
      <p:sp>
        <p:nvSpPr>
          <p:cNvPr id="10" name="Textplatzhalter 3"/>
          <p:cNvSpPr>
            <a:spLocks noGrp="1"/>
          </p:cNvSpPr>
          <p:nvPr>
            <p:ph type="body" sz="quarter" idx="17" hasCustomPrompt="1"/>
          </p:nvPr>
        </p:nvSpPr>
        <p:spPr>
          <a:xfrm>
            <a:off x="4986430" y="3730752"/>
            <a:ext cx="16958490" cy="2609123"/>
          </a:xfrm>
          <a:prstGeom prst="rect">
            <a:avLst/>
          </a:prstGeom>
        </p:spPr>
        <p:txBody>
          <a:bodyPr lIns="129351" tIns="64676" rIns="129351" bIns="64676"/>
          <a:lstStyle>
            <a:lvl1pPr marL="0" indent="0">
              <a:buFontTx/>
              <a:buNone/>
              <a:defRPr sz="5332">
                <a:solidFill>
                  <a:schemeClr val="accent3"/>
                </a:solidFill>
                <a:latin typeface="Univers LT Pro 55" panose="020B0603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 dirty="0"/>
              <a:t>Institutsname bitte hier Klicken und überschreiben</a:t>
            </a:r>
          </a:p>
        </p:txBody>
      </p:sp>
      <p:sp>
        <p:nvSpPr>
          <p:cNvPr id="14" name="Textplatzhalter 3"/>
          <p:cNvSpPr>
            <a:spLocks noGrp="1"/>
          </p:cNvSpPr>
          <p:nvPr>
            <p:ph type="body" sz="quarter" idx="19" hasCustomPrompt="1"/>
          </p:nvPr>
        </p:nvSpPr>
        <p:spPr>
          <a:xfrm>
            <a:off x="2215145" y="39678766"/>
            <a:ext cx="13815303" cy="2274537"/>
          </a:xfrm>
          <a:prstGeom prst="rect">
            <a:avLst/>
          </a:prstGeom>
        </p:spPr>
        <p:txBody>
          <a:bodyPr lIns="129351" tIns="64676" rIns="129351" bIns="64676"/>
          <a:lstStyle>
            <a:lvl1pPr marL="0" indent="0">
              <a:buFontTx/>
              <a:buNone/>
              <a:defRPr sz="5332" b="1">
                <a:solidFill>
                  <a:schemeClr val="accent3"/>
                </a:solidFill>
                <a:latin typeface="Univers LT Pro 45 Light" panose="020B0403020202090204" pitchFamily="34" charset="0"/>
                <a:cs typeface="Arial" panose="020B0604020202020204" pitchFamily="34" charset="0"/>
              </a:defRPr>
            </a:lvl1pPr>
          </a:lstStyle>
          <a:p>
            <a:r>
              <a:rPr lang="de-DE" dirty="0"/>
              <a:t>www.uni-stuttgart.de</a:t>
            </a:r>
          </a:p>
        </p:txBody>
      </p:sp>
    </p:spTree>
    <p:extLst>
      <p:ext uri="{BB962C8B-B14F-4D97-AF65-F5344CB8AC3E}">
        <p14:creationId xmlns:p14="http://schemas.microsoft.com/office/powerpoint/2010/main" val="12090617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5404" y="2095288"/>
            <a:ext cx="10875323" cy="2074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09914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txStyles>
    <p:titleStyle>
      <a:lvl1pPr algn="ctr" defTabSz="4087122" rtl="0" eaLnBrk="1" latinLnBrk="0" hangingPunct="1">
        <a:spcBef>
          <a:spcPct val="0"/>
        </a:spcBef>
        <a:buNone/>
        <a:defRPr sz="1968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532673" indent="-1532673" algn="l" defTabSz="4087122" rtl="0" eaLnBrk="1" latinLnBrk="0" hangingPunct="1">
        <a:spcBef>
          <a:spcPct val="20000"/>
        </a:spcBef>
        <a:buFont typeface="Arial" panose="020B0604020202020204" pitchFamily="34" charset="0"/>
        <a:buChar char="•"/>
        <a:defRPr sz="14252" kern="1200">
          <a:solidFill>
            <a:schemeClr val="tx1"/>
          </a:solidFill>
          <a:latin typeface="+mn-lt"/>
          <a:ea typeface="+mn-ea"/>
          <a:cs typeface="+mn-cs"/>
        </a:defRPr>
      </a:lvl1pPr>
      <a:lvl2pPr marL="3320786" indent="-1277227" algn="l" defTabSz="4087122" rtl="0" eaLnBrk="1" latinLnBrk="0" hangingPunct="1">
        <a:spcBef>
          <a:spcPct val="20000"/>
        </a:spcBef>
        <a:buFont typeface="Arial" panose="020B0604020202020204" pitchFamily="34" charset="0"/>
        <a:buChar char="–"/>
        <a:defRPr sz="11996" kern="1200">
          <a:solidFill>
            <a:schemeClr val="tx1"/>
          </a:solidFill>
          <a:latin typeface="+mn-lt"/>
          <a:ea typeface="+mn-ea"/>
          <a:cs typeface="+mn-cs"/>
        </a:defRPr>
      </a:lvl2pPr>
      <a:lvl3pPr marL="5108905" indent="-1021783" algn="l" defTabSz="4087122" rtl="0" eaLnBrk="1" latinLnBrk="0" hangingPunct="1">
        <a:spcBef>
          <a:spcPct val="20000"/>
        </a:spcBef>
        <a:buFont typeface="Arial" panose="020B0604020202020204" pitchFamily="34" charset="0"/>
        <a:buChar char="•"/>
        <a:defRPr sz="10766" kern="1200">
          <a:solidFill>
            <a:schemeClr val="tx1"/>
          </a:solidFill>
          <a:latin typeface="+mn-lt"/>
          <a:ea typeface="+mn-ea"/>
          <a:cs typeface="+mn-cs"/>
        </a:defRPr>
      </a:lvl3pPr>
      <a:lvl4pPr marL="7152465" indent="-1021783" algn="l" defTabSz="4087122" rtl="0" eaLnBrk="1" latinLnBrk="0" hangingPunct="1">
        <a:spcBef>
          <a:spcPct val="20000"/>
        </a:spcBef>
        <a:buFont typeface="Arial" panose="020B0604020202020204" pitchFamily="34" charset="0"/>
        <a:buChar char="–"/>
        <a:defRPr sz="9023" kern="1200">
          <a:solidFill>
            <a:schemeClr val="tx1"/>
          </a:solidFill>
          <a:latin typeface="+mn-lt"/>
          <a:ea typeface="+mn-ea"/>
          <a:cs typeface="+mn-cs"/>
        </a:defRPr>
      </a:lvl4pPr>
      <a:lvl5pPr marL="9196027" indent="-1021783" algn="l" defTabSz="4087122" rtl="0" eaLnBrk="1" latinLnBrk="0" hangingPunct="1">
        <a:spcBef>
          <a:spcPct val="20000"/>
        </a:spcBef>
        <a:buFont typeface="Arial" panose="020B0604020202020204" pitchFamily="34" charset="0"/>
        <a:buChar char="»"/>
        <a:defRPr sz="9023" kern="1200">
          <a:solidFill>
            <a:schemeClr val="tx1"/>
          </a:solidFill>
          <a:latin typeface="+mn-lt"/>
          <a:ea typeface="+mn-ea"/>
          <a:cs typeface="+mn-cs"/>
        </a:defRPr>
      </a:lvl5pPr>
      <a:lvl6pPr marL="11239587" indent="-1021783" algn="l" defTabSz="4087122" rtl="0" eaLnBrk="1" latinLnBrk="0" hangingPunct="1">
        <a:spcBef>
          <a:spcPct val="20000"/>
        </a:spcBef>
        <a:buFont typeface="Arial" panose="020B0604020202020204" pitchFamily="34" charset="0"/>
        <a:buChar char="•"/>
        <a:defRPr sz="9023" kern="1200">
          <a:solidFill>
            <a:schemeClr val="tx1"/>
          </a:solidFill>
          <a:latin typeface="+mn-lt"/>
          <a:ea typeface="+mn-ea"/>
          <a:cs typeface="+mn-cs"/>
        </a:defRPr>
      </a:lvl6pPr>
      <a:lvl7pPr marL="13283146" indent="-1021783" algn="l" defTabSz="4087122" rtl="0" eaLnBrk="1" latinLnBrk="0" hangingPunct="1">
        <a:spcBef>
          <a:spcPct val="20000"/>
        </a:spcBef>
        <a:buFont typeface="Arial" panose="020B0604020202020204" pitchFamily="34" charset="0"/>
        <a:buChar char="•"/>
        <a:defRPr sz="9023" kern="1200">
          <a:solidFill>
            <a:schemeClr val="tx1"/>
          </a:solidFill>
          <a:latin typeface="+mn-lt"/>
          <a:ea typeface="+mn-ea"/>
          <a:cs typeface="+mn-cs"/>
        </a:defRPr>
      </a:lvl7pPr>
      <a:lvl8pPr marL="15326708" indent="-1021783" algn="l" defTabSz="4087122" rtl="0" eaLnBrk="1" latinLnBrk="0" hangingPunct="1">
        <a:spcBef>
          <a:spcPct val="20000"/>
        </a:spcBef>
        <a:buFont typeface="Arial" panose="020B0604020202020204" pitchFamily="34" charset="0"/>
        <a:buChar char="•"/>
        <a:defRPr sz="9023" kern="1200">
          <a:solidFill>
            <a:schemeClr val="tx1"/>
          </a:solidFill>
          <a:latin typeface="+mn-lt"/>
          <a:ea typeface="+mn-ea"/>
          <a:cs typeface="+mn-cs"/>
        </a:defRPr>
      </a:lvl8pPr>
      <a:lvl9pPr marL="17370270" indent="-1021783" algn="l" defTabSz="4087122" rtl="0" eaLnBrk="1" latinLnBrk="0" hangingPunct="1">
        <a:spcBef>
          <a:spcPct val="20000"/>
        </a:spcBef>
        <a:buFont typeface="Arial" panose="020B0604020202020204" pitchFamily="34" charset="0"/>
        <a:buChar char="•"/>
        <a:defRPr sz="902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4087122" rtl="0" eaLnBrk="1" latinLnBrk="0" hangingPunct="1">
        <a:defRPr sz="8305" kern="1200">
          <a:solidFill>
            <a:schemeClr val="tx1"/>
          </a:solidFill>
          <a:latin typeface="+mn-lt"/>
          <a:ea typeface="+mn-ea"/>
          <a:cs typeface="+mn-cs"/>
        </a:defRPr>
      </a:lvl1pPr>
      <a:lvl2pPr marL="2043559" algn="l" defTabSz="4087122" rtl="0" eaLnBrk="1" latinLnBrk="0" hangingPunct="1">
        <a:defRPr sz="8305" kern="1200">
          <a:solidFill>
            <a:schemeClr val="tx1"/>
          </a:solidFill>
          <a:latin typeface="+mn-lt"/>
          <a:ea typeface="+mn-ea"/>
          <a:cs typeface="+mn-cs"/>
        </a:defRPr>
      </a:lvl2pPr>
      <a:lvl3pPr marL="4087122" algn="l" defTabSz="4087122" rtl="0" eaLnBrk="1" latinLnBrk="0" hangingPunct="1">
        <a:defRPr sz="8305" kern="1200">
          <a:solidFill>
            <a:schemeClr val="tx1"/>
          </a:solidFill>
          <a:latin typeface="+mn-lt"/>
          <a:ea typeface="+mn-ea"/>
          <a:cs typeface="+mn-cs"/>
        </a:defRPr>
      </a:lvl3pPr>
      <a:lvl4pPr marL="6130681" algn="l" defTabSz="4087122" rtl="0" eaLnBrk="1" latinLnBrk="0" hangingPunct="1">
        <a:defRPr sz="8305" kern="1200">
          <a:solidFill>
            <a:schemeClr val="tx1"/>
          </a:solidFill>
          <a:latin typeface="+mn-lt"/>
          <a:ea typeface="+mn-ea"/>
          <a:cs typeface="+mn-cs"/>
        </a:defRPr>
      </a:lvl4pPr>
      <a:lvl5pPr marL="8174243" algn="l" defTabSz="4087122" rtl="0" eaLnBrk="1" latinLnBrk="0" hangingPunct="1">
        <a:defRPr sz="8305" kern="1200">
          <a:solidFill>
            <a:schemeClr val="tx1"/>
          </a:solidFill>
          <a:latin typeface="+mn-lt"/>
          <a:ea typeface="+mn-ea"/>
          <a:cs typeface="+mn-cs"/>
        </a:defRPr>
      </a:lvl5pPr>
      <a:lvl6pPr marL="10217805" algn="l" defTabSz="4087122" rtl="0" eaLnBrk="1" latinLnBrk="0" hangingPunct="1">
        <a:defRPr sz="8305" kern="1200">
          <a:solidFill>
            <a:schemeClr val="tx1"/>
          </a:solidFill>
          <a:latin typeface="+mn-lt"/>
          <a:ea typeface="+mn-ea"/>
          <a:cs typeface="+mn-cs"/>
        </a:defRPr>
      </a:lvl6pPr>
      <a:lvl7pPr marL="12261364" algn="l" defTabSz="4087122" rtl="0" eaLnBrk="1" latinLnBrk="0" hangingPunct="1">
        <a:defRPr sz="8305" kern="1200">
          <a:solidFill>
            <a:schemeClr val="tx1"/>
          </a:solidFill>
          <a:latin typeface="+mn-lt"/>
          <a:ea typeface="+mn-ea"/>
          <a:cs typeface="+mn-cs"/>
        </a:defRPr>
      </a:lvl7pPr>
      <a:lvl8pPr marL="14304929" algn="l" defTabSz="4087122" rtl="0" eaLnBrk="1" latinLnBrk="0" hangingPunct="1">
        <a:defRPr sz="8305" kern="1200">
          <a:solidFill>
            <a:schemeClr val="tx1"/>
          </a:solidFill>
          <a:latin typeface="+mn-lt"/>
          <a:ea typeface="+mn-ea"/>
          <a:cs typeface="+mn-cs"/>
        </a:defRPr>
      </a:lvl8pPr>
      <a:lvl9pPr marL="16348492" algn="l" defTabSz="4087122" rtl="0" eaLnBrk="1" latinLnBrk="0" hangingPunct="1">
        <a:defRPr sz="830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el 10">
            <a:extLst>
              <a:ext uri="{FF2B5EF4-FFF2-40B4-BE49-F238E27FC236}">
                <a16:creationId xmlns:a16="http://schemas.microsoft.com/office/drawing/2014/main" id="{3A91736E-B921-49A0-B07C-CF433BBE7E60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3070155" y="-8483309"/>
            <a:ext cx="26778092" cy="8483310"/>
          </a:xfrm>
          <a:prstGeom prst="rect">
            <a:avLst/>
          </a:prstGeom>
        </p:spPr>
        <p:txBody>
          <a:bodyPr anchor="b"/>
          <a:lstStyle/>
          <a:p>
            <a:endParaRPr lang="de-DE" dirty="0"/>
          </a:p>
        </p:txBody>
      </p:sp>
      <p:sp>
        <p:nvSpPr>
          <p:cNvPr id="8" name="Textplatzhalter 7"/>
          <p:cNvSpPr>
            <a:spLocks noGrp="1"/>
          </p:cNvSpPr>
          <p:nvPr>
            <p:ph type="body" sz="quarter" idx="17"/>
          </p:nvPr>
        </p:nvSpPr>
        <p:spPr>
          <a:xfrm>
            <a:off x="4986430" y="3730752"/>
            <a:ext cx="12696906" cy="2858382"/>
          </a:xfrm>
        </p:spPr>
        <p:txBody>
          <a:bodyPr/>
          <a:lstStyle/>
          <a:p>
            <a:r>
              <a:rPr lang="en-US" dirty="0"/>
              <a:t>Institute for Social Sciences</a:t>
            </a:r>
          </a:p>
          <a:p>
            <a:r>
              <a:rPr lang="en-US" i="1" dirty="0"/>
              <a:t>Computational Social Science Lab, IRIS</a:t>
            </a:r>
          </a:p>
        </p:txBody>
      </p:sp>
      <p:sp>
        <p:nvSpPr>
          <p:cNvPr id="2" name="Textplatzhalter 1"/>
          <p:cNvSpPr>
            <a:spLocks noGrp="1"/>
          </p:cNvSpPr>
          <p:nvPr>
            <p:ph type="body" sz="quarter" idx="12"/>
          </p:nvPr>
        </p:nvSpPr>
        <p:spPr>
          <a:xfrm>
            <a:off x="4986430" y="5736467"/>
            <a:ext cx="9277121" cy="1688670"/>
          </a:xfrm>
        </p:spPr>
        <p:txBody>
          <a:bodyPr/>
          <a:lstStyle/>
          <a:p>
            <a:r>
              <a:rPr lang="de-DE" dirty="0"/>
              <a:t>Lukas Erhard &lt;</a:t>
            </a:r>
            <a:r>
              <a:rPr lang="de-DE" dirty="0" err="1"/>
              <a:t>lukas.erhard@sowi.uni-stuttgart.de</a:t>
            </a:r>
            <a:r>
              <a:rPr lang="de-DE" dirty="0"/>
              <a:t>&gt;</a:t>
            </a:r>
          </a:p>
        </p:txBody>
      </p:sp>
      <p:sp>
        <p:nvSpPr>
          <p:cNvPr id="7" name="Textplatzhalter 6"/>
          <p:cNvSpPr>
            <a:spLocks noGrp="1"/>
          </p:cNvSpPr>
          <p:nvPr>
            <p:ph type="body" sz="quarter" idx="16"/>
          </p:nvPr>
        </p:nvSpPr>
        <p:spPr>
          <a:xfrm>
            <a:off x="21582314" y="4068042"/>
            <a:ext cx="4463844" cy="2858382"/>
          </a:xfrm>
        </p:spPr>
        <p:txBody>
          <a:bodyPr/>
          <a:lstStyle/>
          <a:p>
            <a:r>
              <a:rPr lang="de-DE" sz="5400" dirty="0"/>
              <a:t>Lukas Erhard</a:t>
            </a:r>
          </a:p>
        </p:txBody>
      </p:sp>
      <p:sp>
        <p:nvSpPr>
          <p:cNvPr id="4" name="Textplatzhalter 3"/>
          <p:cNvSpPr>
            <a:spLocks noGrp="1"/>
          </p:cNvSpPr>
          <p:nvPr>
            <p:ph type="body" sz="quarter" idx="14"/>
          </p:nvPr>
        </p:nvSpPr>
        <p:spPr>
          <a:xfrm>
            <a:off x="2624380" y="8593692"/>
            <a:ext cx="12110433" cy="25428878"/>
          </a:xfrm>
        </p:spPr>
        <p:txBody>
          <a:bodyPr/>
          <a:lstStyle/>
          <a:p>
            <a:r>
              <a:rPr lang="en-GB" dirty="0"/>
              <a:t>What is Populism?</a:t>
            </a:r>
          </a:p>
          <a:p>
            <a:endParaRPr lang="en-US" sz="2871" b="0" dirty="0">
              <a:latin typeface="Univers" panose="020F0502020204030204" pitchFamily="34" charset="0"/>
            </a:endParaRPr>
          </a:p>
          <a:p>
            <a:pPr algn="just">
              <a:lnSpc>
                <a:spcPct val="114000"/>
              </a:lnSpc>
            </a:pPr>
            <a:r>
              <a:rPr lang="en-US" sz="3600" b="0" dirty="0">
                <a:latin typeface="Univers LT Pro 45 Light" panose="020B0403020202090204"/>
              </a:rPr>
              <a:t>While the definition of populism has been of some debate, in recent years, scholars have increasingly converged on </a:t>
            </a:r>
            <a:r>
              <a:rPr lang="en-US" sz="3600" b="0" i="1" dirty="0">
                <a:latin typeface="Univers LT Pro 45 Light" panose="020B0403020202090204"/>
              </a:rPr>
              <a:t>the ideational definition</a:t>
            </a:r>
            <a:r>
              <a:rPr lang="en-US" sz="3600" b="0" dirty="0">
                <a:latin typeface="Univers LT Pro 45 Light" panose="020B0403020202090204"/>
              </a:rPr>
              <a:t> (</a:t>
            </a:r>
            <a:r>
              <a:rPr lang="en-US" sz="3600" b="0" dirty="0" err="1">
                <a:latin typeface="Univers LT Pro 45 Light" panose="020B0403020202090204"/>
              </a:rPr>
              <a:t>Rooduijn</a:t>
            </a:r>
            <a:r>
              <a:rPr lang="en-US" sz="3600" b="0" dirty="0">
                <a:latin typeface="Univers LT Pro 45 Light" panose="020B0403020202090204"/>
              </a:rPr>
              <a:t>, 2019). Populism concerns an antagonistic relationship between the “corrupt elite” and the “virtuous people” and thus rests on two central concepts: </a:t>
            </a:r>
            <a:r>
              <a:rPr lang="en-US" sz="3600" dirty="0">
                <a:latin typeface="Univers LT Pro 45 Light" panose="020B0403020202090204"/>
              </a:rPr>
              <a:t>anti-elitism </a:t>
            </a:r>
            <a:r>
              <a:rPr lang="en-US" sz="3600" b="0" dirty="0">
                <a:latin typeface="Univers LT Pro 45 Light" panose="020B0403020202090204"/>
              </a:rPr>
              <a:t>and </a:t>
            </a:r>
            <a:r>
              <a:rPr lang="en-US" sz="3600" dirty="0">
                <a:latin typeface="Univers LT Pro 45 Light" panose="020B0403020202090204"/>
              </a:rPr>
              <a:t>people-centrism </a:t>
            </a:r>
            <a:r>
              <a:rPr lang="en-US" sz="3600" b="0" dirty="0">
                <a:latin typeface="Univers LT Pro 45 Light" panose="020B0403020202090204"/>
              </a:rPr>
              <a:t>(</a:t>
            </a:r>
            <a:r>
              <a:rPr lang="en-US" sz="3600" b="0" dirty="0" err="1">
                <a:latin typeface="Univers LT Pro 45 Light" panose="020B0403020202090204"/>
              </a:rPr>
              <a:t>Mudde</a:t>
            </a:r>
            <a:r>
              <a:rPr lang="en-US" sz="3600" b="0" dirty="0">
                <a:latin typeface="Univers LT Pro 45 Light" panose="020B0403020202090204"/>
              </a:rPr>
              <a:t>, 2004).</a:t>
            </a:r>
          </a:p>
          <a:p>
            <a:pPr algn="just">
              <a:lnSpc>
                <a:spcPct val="114000"/>
              </a:lnSpc>
            </a:pPr>
            <a:endParaRPr lang="en-US" sz="2871" b="0" dirty="0">
              <a:latin typeface="Arial" panose="020B0604020202020204" pitchFamily="34" charset="0"/>
            </a:endParaRPr>
          </a:p>
          <a:p>
            <a:pPr algn="just">
              <a:lnSpc>
                <a:spcPct val="150000"/>
              </a:lnSpc>
            </a:pPr>
            <a:r>
              <a:rPr lang="en-GB" dirty="0"/>
              <a:t>Why</a:t>
            </a:r>
            <a:r>
              <a:rPr lang="de-DE" dirty="0"/>
              <a:t> YouTube?</a:t>
            </a:r>
          </a:p>
          <a:p>
            <a:pPr algn="just">
              <a:lnSpc>
                <a:spcPct val="150000"/>
              </a:lnSpc>
            </a:pPr>
            <a:endParaRPr lang="en-US" sz="2870" dirty="0"/>
          </a:p>
          <a:p>
            <a:pPr marL="468767" indent="-468767" algn="just">
              <a:lnSpc>
                <a:spcPct val="113000"/>
              </a:lnSpc>
              <a:buFont typeface="Arial" panose="020B0604020202020204" pitchFamily="34" charset="0"/>
              <a:buChar char="•"/>
            </a:pPr>
            <a:r>
              <a:rPr lang="en-US" sz="3600" b="0" dirty="0">
                <a:latin typeface="Univers LT Pro 45 Light" panose="020B0403020202090204"/>
              </a:rPr>
              <a:t>YouTube is the second most important site for young Germans to obtain news and information, trailing only behind Google (</a:t>
            </a:r>
            <a:r>
              <a:rPr lang="en-US" sz="3600" b="0" dirty="0" err="1">
                <a:latin typeface="Univers LT Pro 45 Light" panose="020B0403020202090204"/>
              </a:rPr>
              <a:t>Feierabend</a:t>
            </a:r>
            <a:r>
              <a:rPr lang="en-US" sz="3600" b="0" dirty="0">
                <a:latin typeface="Univers LT Pro 45 Light" panose="020B0403020202090204"/>
              </a:rPr>
              <a:t> et al., 2018)</a:t>
            </a:r>
          </a:p>
          <a:p>
            <a:pPr marL="457200" indent="-457200" algn="just">
              <a:lnSpc>
                <a:spcPct val="113000"/>
              </a:lnSpc>
              <a:buFont typeface="Arial" panose="020B0604020202020204" pitchFamily="34" charset="0"/>
              <a:buChar char="•"/>
            </a:pPr>
            <a:r>
              <a:rPr lang="en-US" sz="3600" b="0" dirty="0">
                <a:effectLst/>
                <a:latin typeface="Univers LT Pro 45 Light" panose="020B0403020202090204"/>
              </a:rPr>
              <a:t>Compared to other Social Media platforms, YouTube is under-researched</a:t>
            </a:r>
          </a:p>
          <a:p>
            <a:pPr marL="369108" indent="-1945199" algn="just"/>
            <a:endParaRPr lang="en-US" sz="2871" dirty="0">
              <a:latin typeface="Univers LT Pro 45 Light" panose="020B0403020202090204"/>
            </a:endParaRPr>
          </a:p>
          <a:p>
            <a:pPr marL="369108" indent="-1945199" algn="just"/>
            <a:r>
              <a:rPr lang="en-US" sz="5330" dirty="0">
                <a:effectLst/>
                <a:latin typeface="Univers LT Pro 45 Light" panose="020B0403020202090204"/>
              </a:rPr>
              <a:t>Data</a:t>
            </a:r>
          </a:p>
          <a:p>
            <a:pPr marL="369108" indent="-1945199" algn="just"/>
            <a:endParaRPr lang="en-US" sz="2871" dirty="0">
              <a:latin typeface="Univers LT Pro 45 Light" panose="020B0403020202090204"/>
            </a:endParaRPr>
          </a:p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n-US" sz="3600" b="0" dirty="0">
                <a:latin typeface="Univers LT Pro 45 Light" panose="020B0403020202090204"/>
              </a:rPr>
              <a:t>All videos of all official party channels from December 6, 2017 – January 20, 2024</a:t>
            </a:r>
          </a:p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n-US" sz="3600" b="0" dirty="0">
                <a:latin typeface="Univers LT Pro 45 Light" panose="020B0403020202090204"/>
              </a:rPr>
              <a:t>9,394 videos, totaling 1,485 hours and 708,504 sentences</a:t>
            </a:r>
          </a:p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n-US" sz="3600" b="0" dirty="0">
                <a:latin typeface="Univers LT Pro 45 Light" panose="020B0403020202090204"/>
              </a:rPr>
              <a:t>Videos are transcribed using whisper-v3-large (Radford et al., 2022)</a:t>
            </a:r>
          </a:p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n-US" sz="3600" b="0" dirty="0">
                <a:latin typeface="Univers LT Pro 45 Light" panose="020B0403020202090204"/>
              </a:rPr>
              <a:t>Populist dimensions are annotated using </a:t>
            </a:r>
            <a:r>
              <a:rPr lang="en-US" sz="3600" b="0" dirty="0" err="1">
                <a:latin typeface="Univers LT Pro 45 Light" panose="020B0403020202090204"/>
              </a:rPr>
              <a:t>PopBERT</a:t>
            </a:r>
            <a:r>
              <a:rPr lang="en-US" sz="3600" b="0" dirty="0">
                <a:latin typeface="Univers LT Pro 45 Light" panose="020B0403020202090204"/>
              </a:rPr>
              <a:t> (Erhard et al., forthcoming)</a:t>
            </a:r>
            <a:endParaRPr lang="en-US" sz="2871" dirty="0">
              <a:latin typeface="Univers LT Pro 45 Light" panose="020B0403020202090204"/>
            </a:endParaRPr>
          </a:p>
          <a:p>
            <a:pPr marL="369108" indent="-1945199" algn="just"/>
            <a:endParaRPr lang="en-US" sz="2871" dirty="0">
              <a:latin typeface="Univers LT Pro 45 Light" panose="020B0403020202090204"/>
            </a:endParaRPr>
          </a:p>
          <a:p>
            <a:pPr marL="369108" indent="-1945199" algn="just"/>
            <a:endParaRPr lang="en-US" sz="2871" dirty="0">
              <a:latin typeface="Univers LT Pro 45 Light" panose="020B0403020202090204"/>
            </a:endParaRPr>
          </a:p>
          <a:p>
            <a:pPr marL="369108" indent="-1945199" algn="just"/>
            <a:r>
              <a:rPr lang="en-US" sz="2871" dirty="0">
                <a:latin typeface="Univers LT Pro 45 Light" panose="020B0403020202090204"/>
              </a:rPr>
              <a:t>Literature</a:t>
            </a:r>
          </a:p>
          <a:p>
            <a:pPr marL="369108" indent="-1945199" algn="just"/>
            <a:r>
              <a:rPr lang="en-US" sz="2460" b="0" dirty="0">
                <a:effectLst/>
              </a:rPr>
              <a:t>Erhard, L., Hanke, S., Remer, U., </a:t>
            </a:r>
            <a:r>
              <a:rPr lang="en-US" sz="2460" b="0" dirty="0" err="1">
                <a:effectLst/>
              </a:rPr>
              <a:t>Falenska</a:t>
            </a:r>
            <a:r>
              <a:rPr lang="en-US" sz="2460" b="0" dirty="0">
                <a:effectLst/>
              </a:rPr>
              <a:t>, A., </a:t>
            </a:r>
            <a:r>
              <a:rPr lang="en-US" sz="2460" b="0" dirty="0" err="1">
                <a:effectLst/>
              </a:rPr>
              <a:t>Heiberger</a:t>
            </a:r>
            <a:r>
              <a:rPr lang="en-US" sz="2460" b="0" dirty="0"/>
              <a:t>, R. H.</a:t>
            </a:r>
            <a:r>
              <a:rPr lang="en-US" sz="2460" b="0" dirty="0">
                <a:effectLst/>
              </a:rPr>
              <a:t> (forthcoming). </a:t>
            </a:r>
            <a:r>
              <a:rPr lang="en-US" sz="2460" b="0" dirty="0" err="1"/>
              <a:t>PopBERT</a:t>
            </a:r>
            <a:r>
              <a:rPr lang="en-US" sz="2460" b="0" dirty="0"/>
              <a:t>. Detecting Populism and Its Host Ideologies in the German Bundestag. </a:t>
            </a:r>
            <a:r>
              <a:rPr lang="en-US" sz="2460" b="0" i="1" dirty="0"/>
              <a:t>Political Analysis.</a:t>
            </a:r>
          </a:p>
          <a:p>
            <a:pPr marL="369108" indent="-1945199" algn="just"/>
            <a:r>
              <a:rPr lang="en-US" sz="2461" b="0" dirty="0" err="1">
                <a:latin typeface="Univers LT Pro 45 Light" panose="020B0403020202090204"/>
              </a:rPr>
              <a:t>Feierabend</a:t>
            </a:r>
            <a:r>
              <a:rPr lang="en-US" sz="2461" b="0" dirty="0">
                <a:latin typeface="Univers LT Pro 45 Light" panose="020B0403020202090204"/>
              </a:rPr>
              <a:t>, S., </a:t>
            </a:r>
            <a:r>
              <a:rPr lang="en-US" sz="2461" b="0" dirty="0" err="1">
                <a:latin typeface="Univers LT Pro 45 Light" panose="020B0403020202090204"/>
              </a:rPr>
              <a:t>Rathgeb</a:t>
            </a:r>
            <a:r>
              <a:rPr lang="en-US" sz="2461" b="0" dirty="0">
                <a:latin typeface="Univers LT Pro 45 Light" panose="020B0403020202090204"/>
              </a:rPr>
              <a:t>, T., &amp; Reutter, T. (2018). </a:t>
            </a:r>
            <a:r>
              <a:rPr lang="en-US" sz="2461" b="0" dirty="0" err="1">
                <a:latin typeface="Univers LT Pro 45 Light" panose="020B0403020202090204"/>
              </a:rPr>
              <a:t>JIM­studie</a:t>
            </a:r>
            <a:r>
              <a:rPr lang="en-US" sz="2461" b="0" dirty="0">
                <a:latin typeface="Univers LT Pro 45 Light" panose="020B0403020202090204"/>
              </a:rPr>
              <a:t> 2018. </a:t>
            </a:r>
            <a:r>
              <a:rPr lang="en-US" sz="2461" b="0" dirty="0" err="1">
                <a:latin typeface="Univers LT Pro 45 Light" panose="020B0403020202090204"/>
              </a:rPr>
              <a:t>Jugend</a:t>
            </a:r>
            <a:r>
              <a:rPr lang="en-US" sz="2461" b="0" dirty="0">
                <a:latin typeface="Univers LT Pro 45 Light" panose="020B0403020202090204"/>
              </a:rPr>
              <a:t>, Information, </a:t>
            </a:r>
            <a:r>
              <a:rPr lang="en-US" sz="2461" b="0" dirty="0" err="1">
                <a:latin typeface="Univers LT Pro 45 Light" panose="020B0403020202090204"/>
              </a:rPr>
              <a:t>Medien</a:t>
            </a:r>
            <a:r>
              <a:rPr lang="en-US" sz="2461" b="0" dirty="0">
                <a:latin typeface="Univers LT Pro 45 Light" panose="020B0403020202090204"/>
              </a:rPr>
              <a:t>. </a:t>
            </a:r>
            <a:r>
              <a:rPr lang="en-US" sz="2461" b="0" dirty="0" err="1">
                <a:latin typeface="Univers LT Pro 45 Light" panose="020B0403020202090204"/>
              </a:rPr>
              <a:t>Basisuntersuchung</a:t>
            </a:r>
            <a:r>
              <a:rPr lang="en-US" sz="2461" b="0" dirty="0">
                <a:latin typeface="Univers LT Pro 45 Light" panose="020B0403020202090204"/>
              </a:rPr>
              <a:t> </a:t>
            </a:r>
            <a:r>
              <a:rPr lang="en-US" sz="2461" b="0" dirty="0" err="1">
                <a:latin typeface="Univers LT Pro 45 Light" panose="020B0403020202090204"/>
              </a:rPr>
              <a:t>Zum</a:t>
            </a:r>
            <a:r>
              <a:rPr lang="en-US" sz="2461" b="0" dirty="0">
                <a:latin typeface="Univers LT Pro 45 Light" panose="020B0403020202090204"/>
              </a:rPr>
              <a:t> </a:t>
            </a:r>
            <a:r>
              <a:rPr lang="en-US" sz="2461" b="0" dirty="0" err="1">
                <a:latin typeface="Univers LT Pro 45 Light" panose="020B0403020202090204"/>
              </a:rPr>
              <a:t>Medienumgang</a:t>
            </a:r>
            <a:r>
              <a:rPr lang="en-US" sz="2461" b="0" dirty="0">
                <a:latin typeface="Univers LT Pro 45 Light" panose="020B0403020202090204"/>
              </a:rPr>
              <a:t> 12­ Bis 19­Jähriger. (p. 80–81). Me­ </a:t>
            </a:r>
            <a:r>
              <a:rPr lang="en-US" sz="2461" b="0" dirty="0" err="1">
                <a:latin typeface="Univers LT Pro 45 Light" panose="020B0403020202090204"/>
              </a:rPr>
              <a:t>dienpädagogischer</a:t>
            </a:r>
            <a:r>
              <a:rPr lang="en-US" sz="2461" b="0" dirty="0">
                <a:latin typeface="Univers LT Pro 45 Light" panose="020B0403020202090204"/>
              </a:rPr>
              <a:t> </a:t>
            </a:r>
            <a:r>
              <a:rPr lang="en-US" sz="2461" b="0" dirty="0" err="1">
                <a:latin typeface="Univers LT Pro 45 Light" panose="020B0403020202090204"/>
              </a:rPr>
              <a:t>Forschungsverbund</a:t>
            </a:r>
            <a:r>
              <a:rPr lang="en-US" sz="2461" b="0" dirty="0">
                <a:latin typeface="Univers LT Pro 45 Light" panose="020B0403020202090204"/>
              </a:rPr>
              <a:t> </a:t>
            </a:r>
            <a:r>
              <a:rPr lang="en-US" sz="2461" b="0" dirty="0" err="1">
                <a:latin typeface="Univers LT Pro 45 Light" panose="020B0403020202090204"/>
              </a:rPr>
              <a:t>Südwest</a:t>
            </a:r>
            <a:r>
              <a:rPr lang="en-US" sz="2461" b="0" dirty="0">
                <a:latin typeface="Univers LT Pro 45 Light" panose="020B0403020202090204"/>
              </a:rPr>
              <a:t>, c/o </a:t>
            </a:r>
            <a:r>
              <a:rPr lang="en-US" sz="2461" b="0" dirty="0" err="1">
                <a:latin typeface="Univers LT Pro 45 Light" panose="020B0403020202090204"/>
              </a:rPr>
              <a:t>Landesanstalt</a:t>
            </a:r>
            <a:r>
              <a:rPr lang="en-US" sz="2461" b="0" dirty="0">
                <a:latin typeface="Univers LT Pro 45 Light" panose="020B0403020202090204"/>
              </a:rPr>
              <a:t> für </a:t>
            </a:r>
            <a:r>
              <a:rPr lang="en-US" sz="2461" b="0" dirty="0" err="1">
                <a:latin typeface="Univers LT Pro 45 Light" panose="020B0403020202090204"/>
              </a:rPr>
              <a:t>Kommunika­tion</a:t>
            </a:r>
            <a:r>
              <a:rPr lang="en-US" sz="2461" b="0" dirty="0">
                <a:latin typeface="Univers LT Pro 45 Light" panose="020B0403020202090204"/>
              </a:rPr>
              <a:t> (LFK) / </a:t>
            </a:r>
            <a:r>
              <a:rPr lang="en-US" sz="2461" b="0" dirty="0" err="1">
                <a:latin typeface="Univers LT Pro 45 Light" panose="020B0403020202090204"/>
              </a:rPr>
              <a:t>Medienpädagogischer</a:t>
            </a:r>
            <a:r>
              <a:rPr lang="en-US" sz="2461" b="0" dirty="0">
                <a:latin typeface="Univers LT Pro 45 Light" panose="020B0403020202090204"/>
              </a:rPr>
              <a:t> </a:t>
            </a:r>
            <a:r>
              <a:rPr lang="en-US" sz="2461" b="0" dirty="0" err="1">
                <a:latin typeface="Univers LT Pro 45 Light" panose="020B0403020202090204"/>
              </a:rPr>
              <a:t>Forschungsverbund</a:t>
            </a:r>
            <a:r>
              <a:rPr lang="en-US" sz="2461" b="0" dirty="0">
                <a:latin typeface="Univers LT Pro 45 Light" panose="020B0403020202090204"/>
              </a:rPr>
              <a:t> </a:t>
            </a:r>
            <a:r>
              <a:rPr lang="en-US" sz="2461" b="0" dirty="0" err="1">
                <a:latin typeface="Univers LT Pro 45 Light" panose="020B0403020202090204"/>
              </a:rPr>
              <a:t>Südwest</a:t>
            </a:r>
            <a:r>
              <a:rPr lang="en-US" sz="2461" b="0" dirty="0">
                <a:latin typeface="Univers LT Pro 45 Light" panose="020B0403020202090204"/>
              </a:rPr>
              <a:t>. </a:t>
            </a:r>
          </a:p>
          <a:p>
            <a:pPr marL="369108" indent="-1945199"/>
            <a:r>
              <a:rPr lang="en-US" sz="2461" b="0" dirty="0">
                <a:latin typeface="Univers LT Pro 45 Light" panose="020B0403020202090204"/>
              </a:rPr>
              <a:t>Hawkins, K. A., &amp; </a:t>
            </a:r>
            <a:r>
              <a:rPr lang="en-US" sz="2461" b="0" dirty="0" err="1">
                <a:latin typeface="Univers LT Pro 45 Light" panose="020B0403020202090204"/>
              </a:rPr>
              <a:t>Rovira</a:t>
            </a:r>
            <a:r>
              <a:rPr lang="en-US" sz="2461" b="0" dirty="0">
                <a:latin typeface="Univers LT Pro 45 Light" panose="020B0403020202090204"/>
              </a:rPr>
              <a:t> </a:t>
            </a:r>
            <a:r>
              <a:rPr lang="en-US" sz="2461" b="0" dirty="0" err="1">
                <a:latin typeface="Univers LT Pro 45 Light" panose="020B0403020202090204"/>
              </a:rPr>
              <a:t>Kaltwasser</a:t>
            </a:r>
            <a:r>
              <a:rPr lang="en-US" sz="2461" b="0" dirty="0">
                <a:latin typeface="Univers LT Pro 45 Light" panose="020B0403020202090204"/>
              </a:rPr>
              <a:t>, C. (2017). The Ideational Approach to</a:t>
            </a:r>
          </a:p>
          <a:p>
            <a:pPr marL="369108" indent="-1945199"/>
            <a:r>
              <a:rPr lang="en-US" sz="2461" b="0" dirty="0">
                <a:latin typeface="Univers LT Pro 45 Light" panose="020B0403020202090204"/>
              </a:rPr>
              <a:t>	Populism. </a:t>
            </a:r>
            <a:r>
              <a:rPr lang="en-US" sz="2461" b="0" i="1" dirty="0">
                <a:latin typeface="Univers LT Pro 45 Light" panose="020B0403020202090204"/>
              </a:rPr>
              <a:t>Latin American Research Review, 52</a:t>
            </a:r>
            <a:r>
              <a:rPr lang="en-US" sz="2461" b="0" dirty="0">
                <a:latin typeface="Univers LT Pro 45 Light" panose="020B0403020202090204"/>
              </a:rPr>
              <a:t>(4), 513–528.</a:t>
            </a:r>
          </a:p>
          <a:p>
            <a:pPr marL="369108" indent="-1945199"/>
            <a:r>
              <a:rPr lang="en-US" sz="2461" b="0" dirty="0">
                <a:latin typeface="Univers LT Pro 45 Light" panose="020B0403020202090204"/>
              </a:rPr>
              <a:t>Mudde, C. (2004). The Populist Zeitgeist. Government and Opposition, 39(4), 541–563.</a:t>
            </a:r>
          </a:p>
          <a:p>
            <a:pPr marL="369108" indent="-1945199"/>
            <a:r>
              <a:rPr lang="en-US" sz="2461" b="0" dirty="0">
                <a:latin typeface="Univers LT Pro 45 Light" panose="020B0403020202090204"/>
              </a:rPr>
              <a:t>Radford, A., Kim, J. W., Xu, T., Brockman, G., </a:t>
            </a:r>
            <a:r>
              <a:rPr lang="en-US" sz="2461" b="0" dirty="0" err="1">
                <a:latin typeface="Univers LT Pro 45 Light" panose="020B0403020202090204"/>
              </a:rPr>
              <a:t>McLeavey</a:t>
            </a:r>
            <a:r>
              <a:rPr lang="en-US" sz="2461" b="0" dirty="0">
                <a:latin typeface="Univers LT Pro 45 Light" panose="020B0403020202090204"/>
              </a:rPr>
              <a:t>, C., &amp; </a:t>
            </a:r>
            <a:r>
              <a:rPr lang="en-US" sz="2461" b="0" dirty="0" err="1">
                <a:latin typeface="Univers LT Pro 45 Light" panose="020B0403020202090204"/>
              </a:rPr>
              <a:t>Sutskever</a:t>
            </a:r>
            <a:r>
              <a:rPr lang="en-US" sz="2461" b="0" dirty="0">
                <a:latin typeface="Univers LT Pro 45 Light" panose="020B0403020202090204"/>
              </a:rPr>
              <a:t>, I. (2022). Robust speech recognition via large-scale weak supervision. </a:t>
            </a:r>
            <a:r>
              <a:rPr lang="en-US" sz="2461" b="0" dirty="0" err="1">
                <a:latin typeface="Univers LT Pro 45 Light" panose="020B0403020202090204"/>
              </a:rPr>
              <a:t>arXiv</a:t>
            </a:r>
            <a:r>
              <a:rPr lang="en-US" sz="2461" b="0" dirty="0">
                <a:latin typeface="Univers LT Pro 45 Light" panose="020B0403020202090204"/>
              </a:rPr>
              <a:t>. </a:t>
            </a:r>
          </a:p>
          <a:p>
            <a:pPr marL="369108" indent="-1945199"/>
            <a:r>
              <a:rPr lang="en-US" sz="2461" b="0" dirty="0" err="1">
                <a:latin typeface="Univers LT Pro 45 Light" panose="020B0403020202090204"/>
              </a:rPr>
              <a:t>Rooduijn</a:t>
            </a:r>
            <a:r>
              <a:rPr lang="en-US" sz="2461" b="0" dirty="0">
                <a:latin typeface="Univers LT Pro 45 Light" panose="020B0403020202090204"/>
              </a:rPr>
              <a:t>, M. (2019). State of the field: How to study populism and adjacent topics?</a:t>
            </a:r>
          </a:p>
          <a:p>
            <a:pPr marL="369108" indent="-1945199"/>
            <a:r>
              <a:rPr lang="en-US" sz="2461" b="0" dirty="0">
                <a:latin typeface="Univers LT Pro 45 Light" panose="020B0403020202090204"/>
              </a:rPr>
              <a:t>	A plea for both more and less focus. </a:t>
            </a:r>
            <a:r>
              <a:rPr lang="en-US" sz="2461" b="0" i="1" dirty="0">
                <a:latin typeface="Univers LT Pro 45 Light" panose="020B0403020202090204"/>
              </a:rPr>
              <a:t>European Journal of Political Research,</a:t>
            </a:r>
          </a:p>
          <a:p>
            <a:pPr marL="369108" indent="-1945199"/>
            <a:r>
              <a:rPr lang="en-US" sz="2461" b="0" i="1" dirty="0">
                <a:latin typeface="Univers LT Pro 45 Light" panose="020B0403020202090204"/>
              </a:rPr>
              <a:t>	58</a:t>
            </a:r>
            <a:r>
              <a:rPr lang="en-US" sz="2461" b="0" dirty="0">
                <a:latin typeface="Univers LT Pro 45 Light" panose="020B0403020202090204"/>
              </a:rPr>
              <a:t> (1), 362–372.</a:t>
            </a:r>
          </a:p>
          <a:p>
            <a:pPr algn="just">
              <a:lnSpc>
                <a:spcPct val="150000"/>
              </a:lnSpc>
            </a:pPr>
            <a:endParaRPr lang="en-US" sz="2871" b="0" dirty="0">
              <a:latin typeface="Arial" panose="020B0604020202020204" pitchFamily="34" charset="0"/>
            </a:endParaRPr>
          </a:p>
          <a:p>
            <a:pPr algn="just">
              <a:lnSpc>
                <a:spcPct val="150000"/>
              </a:lnSpc>
            </a:pPr>
            <a:endParaRPr lang="de-DE" sz="2871" b="0" dirty="0"/>
          </a:p>
        </p:txBody>
      </p:sp>
      <p:sp>
        <p:nvSpPr>
          <p:cNvPr id="6" name="Textplatzhalter 5"/>
          <p:cNvSpPr>
            <a:spLocks noGrp="1"/>
          </p:cNvSpPr>
          <p:nvPr>
            <p:ph type="body" sz="quarter" idx="18"/>
          </p:nvPr>
        </p:nvSpPr>
        <p:spPr>
          <a:xfrm>
            <a:off x="18660965" y="11862159"/>
            <a:ext cx="11187282" cy="7102304"/>
          </a:xfrm>
          <a:solidFill>
            <a:schemeClr val="accent1">
              <a:alpha val="67108"/>
            </a:schemeClr>
          </a:solidFill>
          <a:ln cap="rnd"/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r>
              <a:rPr lang="en-US" dirty="0"/>
              <a:t>Results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b="0" dirty="0"/>
              <a:t>Each AfD Channel has </a:t>
            </a:r>
            <a:r>
              <a:rPr lang="en-US" dirty="0"/>
              <a:t>more than double the followers</a:t>
            </a:r>
            <a:r>
              <a:rPr lang="en-US" b="0" dirty="0"/>
              <a:t> of all other parties combined.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endParaRPr lang="en-US" b="0" dirty="0"/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b="0" dirty="0"/>
              <a:t>The number of likes of a video correlates positively with the proportion of anti-elitist sentences </a:t>
            </a:r>
            <a:r>
              <a:rPr lang="en-US" dirty="0"/>
              <a:t>only for channels of populist parties</a:t>
            </a:r>
            <a:endParaRPr lang="en-US" b="0" dirty="0"/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endParaRPr lang="en-US" sz="5332" dirty="0"/>
          </a:p>
          <a:p>
            <a:endParaRPr lang="en-US" sz="5332" dirty="0"/>
          </a:p>
          <a:p>
            <a:endParaRPr lang="en-US" sz="5332" dirty="0"/>
          </a:p>
          <a:p>
            <a:endParaRPr lang="en-US" sz="5332" dirty="0"/>
          </a:p>
          <a:p>
            <a:endParaRPr lang="en-US" sz="4306" i="1" dirty="0"/>
          </a:p>
          <a:p>
            <a:endParaRPr lang="en-US" sz="4306" i="1" dirty="0"/>
          </a:p>
          <a:p>
            <a:endParaRPr lang="en-US" sz="4306" i="1" dirty="0"/>
          </a:p>
          <a:p>
            <a:endParaRPr lang="en-US" sz="4306" i="1" dirty="0"/>
          </a:p>
          <a:p>
            <a:endParaRPr lang="en-US" sz="4306" i="1" dirty="0"/>
          </a:p>
          <a:p>
            <a:endParaRPr lang="en-US" sz="5332" dirty="0"/>
          </a:p>
          <a:p>
            <a:endParaRPr lang="en-US" sz="5332" dirty="0"/>
          </a:p>
          <a:p>
            <a:endParaRPr lang="en-US" sz="5332" dirty="0"/>
          </a:p>
          <a:p>
            <a:endParaRPr lang="en-US" sz="5332" dirty="0"/>
          </a:p>
          <a:p>
            <a:endParaRPr lang="en-US" sz="5332" dirty="0"/>
          </a:p>
          <a:p>
            <a:endParaRPr lang="en-US" sz="5332" dirty="0"/>
          </a:p>
          <a:p>
            <a:endParaRPr lang="en-US" sz="5332" dirty="0"/>
          </a:p>
          <a:p>
            <a:endParaRPr lang="en-US" sz="5332" dirty="0"/>
          </a:p>
          <a:p>
            <a:endParaRPr lang="en-US" sz="5332" dirty="0"/>
          </a:p>
          <a:p>
            <a:endParaRPr lang="en-US" sz="5332" dirty="0"/>
          </a:p>
          <a:p>
            <a:endParaRPr lang="en-US" sz="4306" i="1" dirty="0"/>
          </a:p>
          <a:p>
            <a:endParaRPr lang="en-US" sz="4306" i="1" dirty="0"/>
          </a:p>
          <a:p>
            <a:endParaRPr lang="en-US" sz="4306" i="1" dirty="0"/>
          </a:p>
        </p:txBody>
      </p:sp>
      <p:pic>
        <p:nvPicPr>
          <p:cNvPr id="12" name="Bildplatzhalter 23">
            <a:extLst>
              <a:ext uri="{FF2B5EF4-FFF2-40B4-BE49-F238E27FC236}">
                <a16:creationId xmlns:a16="http://schemas.microsoft.com/office/drawing/2014/main" id="{AA7DE4BC-5A4F-EA6E-BDAD-BB1B1DDAB6B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-9921" b="-1510"/>
          <a:stretch/>
        </p:blipFill>
        <p:spPr>
          <a:xfrm>
            <a:off x="26898020" y="41669798"/>
            <a:ext cx="3475671" cy="1324484"/>
          </a:xfrm>
          <a:prstGeom prst="rect">
            <a:avLst/>
          </a:prstGeom>
        </p:spPr>
      </p:pic>
      <p:graphicFrame>
        <p:nvGraphicFramePr>
          <p:cNvPr id="3" name="Tabelle 9">
            <a:extLst>
              <a:ext uri="{FF2B5EF4-FFF2-40B4-BE49-F238E27FC236}">
                <a16:creationId xmlns:a16="http://schemas.microsoft.com/office/drawing/2014/main" id="{C1DC6F14-477F-D4C0-4388-864B153864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315688"/>
              </p:ext>
            </p:extLst>
          </p:nvPr>
        </p:nvGraphicFramePr>
        <p:xfrm>
          <a:off x="2897292" y="34146839"/>
          <a:ext cx="26950955" cy="71684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85493">
                  <a:extLst>
                    <a:ext uri="{9D8B030D-6E8A-4147-A177-3AD203B41FA5}">
                      <a16:colId xmlns:a16="http://schemas.microsoft.com/office/drawing/2014/main" val="3281494141"/>
                    </a:ext>
                  </a:extLst>
                </a:gridCol>
                <a:gridCol w="3057337">
                  <a:extLst>
                    <a:ext uri="{9D8B030D-6E8A-4147-A177-3AD203B41FA5}">
                      <a16:colId xmlns:a16="http://schemas.microsoft.com/office/drawing/2014/main" val="2742927195"/>
                    </a:ext>
                  </a:extLst>
                </a:gridCol>
                <a:gridCol w="3024336">
                  <a:extLst>
                    <a:ext uri="{9D8B030D-6E8A-4147-A177-3AD203B41FA5}">
                      <a16:colId xmlns:a16="http://schemas.microsoft.com/office/drawing/2014/main" val="2822762844"/>
                    </a:ext>
                  </a:extLst>
                </a:gridCol>
                <a:gridCol w="2664296">
                  <a:extLst>
                    <a:ext uri="{9D8B030D-6E8A-4147-A177-3AD203B41FA5}">
                      <a16:colId xmlns:a16="http://schemas.microsoft.com/office/drawing/2014/main" val="773982416"/>
                    </a:ext>
                  </a:extLst>
                </a:gridCol>
                <a:gridCol w="2304256">
                  <a:extLst>
                    <a:ext uri="{9D8B030D-6E8A-4147-A177-3AD203B41FA5}">
                      <a16:colId xmlns:a16="http://schemas.microsoft.com/office/drawing/2014/main" val="896573280"/>
                    </a:ext>
                  </a:extLst>
                </a:gridCol>
                <a:gridCol w="2664296">
                  <a:extLst>
                    <a:ext uri="{9D8B030D-6E8A-4147-A177-3AD203B41FA5}">
                      <a16:colId xmlns:a16="http://schemas.microsoft.com/office/drawing/2014/main" val="611842410"/>
                    </a:ext>
                  </a:extLst>
                </a:gridCol>
                <a:gridCol w="2994479">
                  <a:extLst>
                    <a:ext uri="{9D8B030D-6E8A-4147-A177-3AD203B41FA5}">
                      <a16:colId xmlns:a16="http://schemas.microsoft.com/office/drawing/2014/main" val="4128519180"/>
                    </a:ext>
                  </a:extLst>
                </a:gridCol>
                <a:gridCol w="2828231">
                  <a:extLst>
                    <a:ext uri="{9D8B030D-6E8A-4147-A177-3AD203B41FA5}">
                      <a16:colId xmlns:a16="http://schemas.microsoft.com/office/drawing/2014/main" val="511198364"/>
                    </a:ext>
                  </a:extLst>
                </a:gridCol>
                <a:gridCol w="2828231">
                  <a:extLst>
                    <a:ext uri="{9D8B030D-6E8A-4147-A177-3AD203B41FA5}">
                      <a16:colId xmlns:a16="http://schemas.microsoft.com/office/drawing/2014/main" val="600245342"/>
                    </a:ext>
                  </a:extLst>
                </a:gridCol>
              </a:tblGrid>
              <a:tr h="651676">
                <a:tc>
                  <a:txBody>
                    <a:bodyPr/>
                    <a:lstStyle/>
                    <a:p>
                      <a:endParaRPr lang="en-DE" sz="3300" dirty="0">
                        <a:latin typeface="Univers LT Pro 45 Light" panose="020B0403020202090204"/>
                      </a:endParaRPr>
                    </a:p>
                  </a:txBody>
                  <a:tcPr marL="93753" marR="93753" marT="46876" marB="46876"/>
                </a:tc>
                <a:tc>
                  <a:txBody>
                    <a:bodyPr/>
                    <a:lstStyle/>
                    <a:p>
                      <a:r>
                        <a:rPr lang="en-US" sz="3300" dirty="0">
                          <a:latin typeface="Univers LT Pro 45 Light" panose="020B0403020202090204"/>
                        </a:rPr>
                        <a:t>AfD BT</a:t>
                      </a:r>
                      <a:endParaRPr lang="en-DE" sz="3300" dirty="0">
                        <a:latin typeface="Univers LT Pro 45 Light" panose="020B0403020202090204"/>
                      </a:endParaRPr>
                    </a:p>
                  </a:txBody>
                  <a:tcPr marL="93753" marR="93753" marT="46876" marB="46876"/>
                </a:tc>
                <a:tc>
                  <a:txBody>
                    <a:bodyPr/>
                    <a:lstStyle/>
                    <a:p>
                      <a:r>
                        <a:rPr lang="en-US" sz="3300" dirty="0">
                          <a:latin typeface="Univers LT Pro 45 Light" panose="020B0403020202090204"/>
                        </a:rPr>
                        <a:t>AfD TV</a:t>
                      </a:r>
                      <a:endParaRPr lang="en-DE" sz="3300" dirty="0">
                        <a:latin typeface="Univers LT Pro 45 Light" panose="020B0403020202090204"/>
                      </a:endParaRPr>
                    </a:p>
                  </a:txBody>
                  <a:tcPr marL="93753" marR="93753" marT="46876" marB="46876"/>
                </a:tc>
                <a:tc>
                  <a:txBody>
                    <a:bodyPr/>
                    <a:lstStyle/>
                    <a:p>
                      <a:r>
                        <a:rPr lang="en-US" sz="3300" dirty="0">
                          <a:latin typeface="Univers LT Pro 45 Light" panose="020B0403020202090204"/>
                        </a:rPr>
                        <a:t>CDU</a:t>
                      </a:r>
                      <a:endParaRPr lang="en-DE" sz="3300" dirty="0">
                        <a:latin typeface="Univers LT Pro 45 Light" panose="020B0403020202090204"/>
                      </a:endParaRPr>
                    </a:p>
                  </a:txBody>
                  <a:tcPr marL="93753" marR="93753" marT="46876" marB="46876"/>
                </a:tc>
                <a:tc>
                  <a:txBody>
                    <a:bodyPr/>
                    <a:lstStyle/>
                    <a:p>
                      <a:r>
                        <a:rPr lang="de-DE" sz="3300" dirty="0">
                          <a:latin typeface="Univers LT Pro 45 Light" panose="020B0403020202090204"/>
                        </a:rPr>
                        <a:t>CSU</a:t>
                      </a:r>
                      <a:endParaRPr lang="en-DE" sz="3300" dirty="0">
                        <a:latin typeface="Univers LT Pro 45 Light" panose="020B0403020202090204"/>
                      </a:endParaRPr>
                    </a:p>
                  </a:txBody>
                  <a:tcPr marL="93753" marR="93753" marT="46876" marB="46876"/>
                </a:tc>
                <a:tc>
                  <a:txBody>
                    <a:bodyPr/>
                    <a:lstStyle/>
                    <a:p>
                      <a:r>
                        <a:rPr lang="de-DE" sz="3300" dirty="0">
                          <a:latin typeface="Univers LT Pro 45 Light" panose="020B0403020202090204"/>
                        </a:rPr>
                        <a:t>FDP</a:t>
                      </a:r>
                      <a:endParaRPr lang="en-DE" sz="3300" dirty="0">
                        <a:latin typeface="Univers LT Pro 45 Light" panose="020B0403020202090204"/>
                      </a:endParaRPr>
                    </a:p>
                  </a:txBody>
                  <a:tcPr marL="93753" marR="93753" marT="46876" marB="46876"/>
                </a:tc>
                <a:tc>
                  <a:txBody>
                    <a:bodyPr/>
                    <a:lstStyle/>
                    <a:p>
                      <a:r>
                        <a:rPr lang="de-DE" sz="3300" dirty="0">
                          <a:latin typeface="Univers LT Pro 45 Light" panose="020B0403020202090204"/>
                        </a:rPr>
                        <a:t>Greens</a:t>
                      </a:r>
                      <a:endParaRPr lang="en-DE" sz="3300" dirty="0">
                        <a:latin typeface="Univers LT Pro 45 Light" panose="020B0403020202090204"/>
                      </a:endParaRPr>
                    </a:p>
                  </a:txBody>
                  <a:tcPr marL="93753" marR="93753" marT="46876" marB="46876"/>
                </a:tc>
                <a:tc>
                  <a:txBody>
                    <a:bodyPr/>
                    <a:lstStyle/>
                    <a:p>
                      <a:r>
                        <a:rPr lang="de-DE" sz="3300" dirty="0" err="1">
                          <a:latin typeface="Univers LT Pro 45 Light" panose="020B0403020202090204"/>
                        </a:rPr>
                        <a:t>Left</a:t>
                      </a:r>
                      <a:endParaRPr lang="en-DE" sz="3300" dirty="0">
                        <a:latin typeface="Univers LT Pro 45 Light" panose="020B0403020202090204"/>
                      </a:endParaRPr>
                    </a:p>
                  </a:txBody>
                  <a:tcPr marL="93753" marR="93753" marT="46876" marB="46876"/>
                </a:tc>
                <a:tc>
                  <a:txBody>
                    <a:bodyPr/>
                    <a:lstStyle/>
                    <a:p>
                      <a:r>
                        <a:rPr lang="de-DE" sz="3300" dirty="0">
                          <a:latin typeface="Univers LT Pro 45 Light" panose="020B0403020202090204"/>
                        </a:rPr>
                        <a:t>SPD</a:t>
                      </a:r>
                      <a:endParaRPr lang="en-DE" sz="3300" dirty="0">
                        <a:latin typeface="Univers LT Pro 45 Light" panose="020B0403020202090204"/>
                      </a:endParaRPr>
                    </a:p>
                  </a:txBody>
                  <a:tcPr marL="93753" marR="93753" marT="46876" marB="46876"/>
                </a:tc>
                <a:extLst>
                  <a:ext uri="{0D108BD9-81ED-4DB2-BD59-A6C34878D82A}">
                    <a16:rowId xmlns:a16="http://schemas.microsoft.com/office/drawing/2014/main" val="2471099303"/>
                  </a:ext>
                </a:extLst>
              </a:tr>
              <a:tr h="651676">
                <a:tc>
                  <a:txBody>
                    <a:bodyPr/>
                    <a:lstStyle/>
                    <a:p>
                      <a:r>
                        <a:rPr lang="en-US" sz="3300" dirty="0">
                          <a:solidFill>
                            <a:schemeClr val="accent3"/>
                          </a:solidFill>
                          <a:latin typeface="Univers LT Pro 45 Light" panose="020B0403020202090204"/>
                        </a:rPr>
                        <a:t>N Videos</a:t>
                      </a:r>
                      <a:endParaRPr lang="en-DE" sz="3300" dirty="0">
                        <a:solidFill>
                          <a:schemeClr val="accent3"/>
                        </a:solidFill>
                        <a:latin typeface="Univers LT Pro 45 Light" panose="020B0403020202090204"/>
                      </a:endParaRPr>
                    </a:p>
                  </a:txBody>
                  <a:tcPr marL="93753" marR="93753" marT="46876" marB="46876"/>
                </a:tc>
                <a:tc>
                  <a:txBody>
                    <a:bodyPr/>
                    <a:lstStyle/>
                    <a:p>
                      <a:r>
                        <a:rPr lang="en-US" sz="3300" b="1" dirty="0">
                          <a:solidFill>
                            <a:schemeClr val="accent3"/>
                          </a:solidFill>
                          <a:latin typeface="Univers LT Pro 45 Light" panose="020B0403020202090204"/>
                        </a:rPr>
                        <a:t>5215</a:t>
                      </a:r>
                      <a:endParaRPr lang="en-DE" sz="3300" b="1" dirty="0">
                        <a:solidFill>
                          <a:schemeClr val="accent3"/>
                        </a:solidFill>
                        <a:latin typeface="Univers LT Pro 45 Light" panose="020B0403020202090204"/>
                      </a:endParaRPr>
                    </a:p>
                  </a:txBody>
                  <a:tcPr marL="93753" marR="93753" marT="46876" marB="46876"/>
                </a:tc>
                <a:tc>
                  <a:txBody>
                    <a:bodyPr/>
                    <a:lstStyle/>
                    <a:p>
                      <a:r>
                        <a:rPr lang="en-US" sz="3300" dirty="0">
                          <a:solidFill>
                            <a:schemeClr val="accent3"/>
                          </a:solidFill>
                          <a:latin typeface="Univers LT Pro 45 Light" panose="020B0403020202090204"/>
                        </a:rPr>
                        <a:t>1442</a:t>
                      </a:r>
                      <a:endParaRPr lang="en-DE" sz="3300" dirty="0">
                        <a:solidFill>
                          <a:schemeClr val="accent3"/>
                        </a:solidFill>
                        <a:latin typeface="Univers LT Pro 45 Light" panose="020B0403020202090204"/>
                      </a:endParaRPr>
                    </a:p>
                  </a:txBody>
                  <a:tcPr marL="93753" marR="93753" marT="46876" marB="46876"/>
                </a:tc>
                <a:tc>
                  <a:txBody>
                    <a:bodyPr/>
                    <a:lstStyle/>
                    <a:p>
                      <a:r>
                        <a:rPr lang="en-US" sz="3300" dirty="0">
                          <a:solidFill>
                            <a:schemeClr val="accent3"/>
                          </a:solidFill>
                          <a:latin typeface="Univers LT Pro 45 Light" panose="020B0403020202090204"/>
                        </a:rPr>
                        <a:t>613</a:t>
                      </a:r>
                      <a:endParaRPr lang="en-DE" sz="3300" dirty="0">
                        <a:solidFill>
                          <a:schemeClr val="accent3"/>
                        </a:solidFill>
                        <a:latin typeface="Univers LT Pro 45 Light" panose="020B0403020202090204"/>
                      </a:endParaRPr>
                    </a:p>
                  </a:txBody>
                  <a:tcPr marL="93753" marR="93753" marT="46876" marB="46876"/>
                </a:tc>
                <a:tc>
                  <a:txBody>
                    <a:bodyPr/>
                    <a:lstStyle/>
                    <a:p>
                      <a:r>
                        <a:rPr lang="de-DE" sz="3300" dirty="0">
                          <a:solidFill>
                            <a:schemeClr val="accent3"/>
                          </a:solidFill>
                          <a:latin typeface="Univers LT Pro 45 Light" panose="020B0403020202090204"/>
                        </a:rPr>
                        <a:t>141</a:t>
                      </a:r>
                      <a:endParaRPr lang="en-DE" sz="3300" dirty="0">
                        <a:solidFill>
                          <a:schemeClr val="accent3"/>
                        </a:solidFill>
                        <a:latin typeface="Univers LT Pro 45 Light" panose="020B0403020202090204"/>
                      </a:endParaRPr>
                    </a:p>
                  </a:txBody>
                  <a:tcPr marL="93753" marR="93753" marT="46876" marB="46876"/>
                </a:tc>
                <a:tc>
                  <a:txBody>
                    <a:bodyPr/>
                    <a:lstStyle/>
                    <a:p>
                      <a:r>
                        <a:rPr lang="de-DE" sz="3300" dirty="0">
                          <a:solidFill>
                            <a:schemeClr val="accent3"/>
                          </a:solidFill>
                          <a:latin typeface="Univers LT Pro 45 Light" panose="020B0403020202090204"/>
                        </a:rPr>
                        <a:t>461</a:t>
                      </a:r>
                      <a:endParaRPr lang="en-DE" sz="3300" dirty="0">
                        <a:solidFill>
                          <a:schemeClr val="accent3"/>
                        </a:solidFill>
                        <a:latin typeface="Univers LT Pro 45 Light" panose="020B0403020202090204"/>
                      </a:endParaRPr>
                    </a:p>
                  </a:txBody>
                  <a:tcPr marL="93753" marR="93753" marT="46876" marB="46876"/>
                </a:tc>
                <a:tc>
                  <a:txBody>
                    <a:bodyPr/>
                    <a:lstStyle/>
                    <a:p>
                      <a:r>
                        <a:rPr lang="de-DE" sz="3300" dirty="0">
                          <a:solidFill>
                            <a:schemeClr val="accent3"/>
                          </a:solidFill>
                          <a:latin typeface="Univers LT Pro 45 Light" panose="020B0403020202090204"/>
                        </a:rPr>
                        <a:t>455</a:t>
                      </a:r>
                      <a:endParaRPr lang="en-DE" sz="3300" dirty="0">
                        <a:solidFill>
                          <a:schemeClr val="accent3"/>
                        </a:solidFill>
                        <a:latin typeface="Univers LT Pro 45 Light" panose="020B0403020202090204"/>
                      </a:endParaRPr>
                    </a:p>
                  </a:txBody>
                  <a:tcPr marL="93753" marR="93753" marT="46876" marB="46876"/>
                </a:tc>
                <a:tc>
                  <a:txBody>
                    <a:bodyPr/>
                    <a:lstStyle/>
                    <a:p>
                      <a:r>
                        <a:rPr lang="de-DE" sz="3300" dirty="0">
                          <a:solidFill>
                            <a:schemeClr val="accent3"/>
                          </a:solidFill>
                          <a:latin typeface="Univers LT Pro 45 Light" panose="020B0403020202090204"/>
                        </a:rPr>
                        <a:t>429</a:t>
                      </a:r>
                      <a:endParaRPr lang="en-DE" sz="3300" dirty="0">
                        <a:solidFill>
                          <a:schemeClr val="accent3"/>
                        </a:solidFill>
                        <a:latin typeface="Univers LT Pro 45 Light" panose="020B0403020202090204"/>
                      </a:endParaRPr>
                    </a:p>
                  </a:txBody>
                  <a:tcPr marL="93753" marR="93753" marT="46876" marB="46876"/>
                </a:tc>
                <a:tc>
                  <a:txBody>
                    <a:bodyPr/>
                    <a:lstStyle/>
                    <a:p>
                      <a:r>
                        <a:rPr lang="de-DE" sz="3300" dirty="0">
                          <a:solidFill>
                            <a:schemeClr val="accent3"/>
                          </a:solidFill>
                          <a:latin typeface="Univers LT Pro 45 Light" panose="020B0403020202090204"/>
                        </a:rPr>
                        <a:t>469</a:t>
                      </a:r>
                      <a:endParaRPr lang="en-DE" sz="3300" dirty="0">
                        <a:solidFill>
                          <a:schemeClr val="accent3"/>
                        </a:solidFill>
                        <a:latin typeface="Univers LT Pro 45 Light" panose="020B0403020202090204"/>
                      </a:endParaRPr>
                    </a:p>
                  </a:txBody>
                  <a:tcPr marL="93753" marR="93753" marT="46876" marB="46876"/>
                </a:tc>
                <a:extLst>
                  <a:ext uri="{0D108BD9-81ED-4DB2-BD59-A6C34878D82A}">
                    <a16:rowId xmlns:a16="http://schemas.microsoft.com/office/drawing/2014/main" val="1750084261"/>
                  </a:ext>
                </a:extLst>
              </a:tr>
              <a:tr h="651676">
                <a:tc>
                  <a:txBody>
                    <a:bodyPr/>
                    <a:lstStyle/>
                    <a:p>
                      <a:r>
                        <a:rPr lang="en-US" sz="3300" dirty="0">
                          <a:solidFill>
                            <a:schemeClr val="accent3"/>
                          </a:solidFill>
                          <a:latin typeface="Univers LT Pro 45 Light" panose="020B0403020202090204"/>
                        </a:rPr>
                        <a:t>N Followers</a:t>
                      </a:r>
                      <a:endParaRPr lang="en-DE" sz="3300" dirty="0">
                        <a:solidFill>
                          <a:schemeClr val="accent3"/>
                        </a:solidFill>
                        <a:latin typeface="Univers LT Pro 45 Light" panose="020B0403020202090204"/>
                      </a:endParaRPr>
                    </a:p>
                  </a:txBody>
                  <a:tcPr marL="93753" marR="93753" marT="46876" marB="46876"/>
                </a:tc>
                <a:tc>
                  <a:txBody>
                    <a:bodyPr/>
                    <a:lstStyle/>
                    <a:p>
                      <a:r>
                        <a:rPr lang="de-DE" sz="3300" b="1" dirty="0">
                          <a:solidFill>
                            <a:schemeClr val="accent3"/>
                          </a:solidFill>
                          <a:latin typeface="Univers LT Pro 45 Light" panose="020B0403020202090204"/>
                        </a:rPr>
                        <a:t>388,000</a:t>
                      </a:r>
                      <a:endParaRPr lang="en-DE" sz="3300" b="1" dirty="0">
                        <a:solidFill>
                          <a:schemeClr val="accent3"/>
                        </a:solidFill>
                        <a:latin typeface="Univers LT Pro 45 Light" panose="020B0403020202090204"/>
                      </a:endParaRPr>
                    </a:p>
                  </a:txBody>
                  <a:tcPr marL="93753" marR="93753" marT="46876" marB="46876"/>
                </a:tc>
                <a:tc>
                  <a:txBody>
                    <a:bodyPr/>
                    <a:lstStyle/>
                    <a:p>
                      <a:r>
                        <a:rPr lang="de-DE" sz="3300" dirty="0">
                          <a:solidFill>
                            <a:schemeClr val="accent3"/>
                          </a:solidFill>
                          <a:latin typeface="Univers LT Pro 45 Light" panose="020B0403020202090204"/>
                        </a:rPr>
                        <a:t>250,000</a:t>
                      </a:r>
                      <a:endParaRPr lang="en-DE" sz="3300" dirty="0">
                        <a:solidFill>
                          <a:schemeClr val="accent3"/>
                        </a:solidFill>
                        <a:latin typeface="Univers LT Pro 45 Light" panose="020B0403020202090204"/>
                      </a:endParaRPr>
                    </a:p>
                  </a:txBody>
                  <a:tcPr marL="93753" marR="93753" marT="46876" marB="46876"/>
                </a:tc>
                <a:tc>
                  <a:txBody>
                    <a:bodyPr/>
                    <a:lstStyle/>
                    <a:p>
                      <a:r>
                        <a:rPr lang="de-DE" sz="3300" dirty="0">
                          <a:solidFill>
                            <a:schemeClr val="accent3"/>
                          </a:solidFill>
                          <a:latin typeface="Univers LT Pro 45 Light" panose="020B0403020202090204"/>
                        </a:rPr>
                        <a:t>21,900</a:t>
                      </a:r>
                      <a:endParaRPr lang="en-DE" sz="3300" dirty="0">
                        <a:solidFill>
                          <a:schemeClr val="accent3"/>
                        </a:solidFill>
                        <a:latin typeface="Univers LT Pro 45 Light" panose="020B0403020202090204"/>
                      </a:endParaRPr>
                    </a:p>
                  </a:txBody>
                  <a:tcPr marL="93753" marR="93753" marT="46876" marB="46876"/>
                </a:tc>
                <a:tc>
                  <a:txBody>
                    <a:bodyPr/>
                    <a:lstStyle/>
                    <a:p>
                      <a:r>
                        <a:rPr lang="de-DE" sz="3300" dirty="0">
                          <a:solidFill>
                            <a:schemeClr val="accent3"/>
                          </a:solidFill>
                          <a:latin typeface="Univers LT Pro 45 Light" panose="020B0403020202090204"/>
                        </a:rPr>
                        <a:t>5,170</a:t>
                      </a:r>
                      <a:endParaRPr lang="en-DE" sz="3300" dirty="0">
                        <a:solidFill>
                          <a:schemeClr val="accent3"/>
                        </a:solidFill>
                        <a:latin typeface="Univers LT Pro 45 Light" panose="020B0403020202090204"/>
                      </a:endParaRPr>
                    </a:p>
                  </a:txBody>
                  <a:tcPr marL="93753" marR="93753" marT="46876" marB="46876"/>
                </a:tc>
                <a:tc>
                  <a:txBody>
                    <a:bodyPr/>
                    <a:lstStyle/>
                    <a:p>
                      <a:r>
                        <a:rPr lang="de-DE" sz="3300" dirty="0">
                          <a:solidFill>
                            <a:schemeClr val="accent3"/>
                          </a:solidFill>
                          <a:latin typeface="Univers LT Pro 45 Light" panose="020B0403020202090204"/>
                        </a:rPr>
                        <a:t>23,300</a:t>
                      </a:r>
                      <a:endParaRPr lang="en-DE" sz="3300" dirty="0">
                        <a:solidFill>
                          <a:schemeClr val="accent3"/>
                        </a:solidFill>
                        <a:latin typeface="Univers LT Pro 45 Light" panose="020B0403020202090204"/>
                      </a:endParaRPr>
                    </a:p>
                  </a:txBody>
                  <a:tcPr marL="93753" marR="93753" marT="46876" marB="46876"/>
                </a:tc>
                <a:tc>
                  <a:txBody>
                    <a:bodyPr/>
                    <a:lstStyle/>
                    <a:p>
                      <a:r>
                        <a:rPr lang="de-DE" sz="3300" dirty="0">
                          <a:solidFill>
                            <a:schemeClr val="accent3"/>
                          </a:solidFill>
                          <a:latin typeface="Univers LT Pro 45 Light" panose="020B0403020202090204"/>
                        </a:rPr>
                        <a:t>26,100</a:t>
                      </a:r>
                      <a:endParaRPr lang="en-DE" sz="3300" dirty="0">
                        <a:solidFill>
                          <a:schemeClr val="accent3"/>
                        </a:solidFill>
                        <a:latin typeface="Univers LT Pro 45 Light" panose="020B0403020202090204"/>
                      </a:endParaRPr>
                    </a:p>
                  </a:txBody>
                  <a:tcPr marL="93753" marR="93753" marT="46876" marB="46876"/>
                </a:tc>
                <a:tc>
                  <a:txBody>
                    <a:bodyPr/>
                    <a:lstStyle/>
                    <a:p>
                      <a:r>
                        <a:rPr lang="de-DE" sz="3300" dirty="0">
                          <a:solidFill>
                            <a:schemeClr val="accent3"/>
                          </a:solidFill>
                          <a:latin typeface="Univers LT Pro 45 Light" panose="020B0403020202090204"/>
                        </a:rPr>
                        <a:t>29,000</a:t>
                      </a:r>
                      <a:endParaRPr lang="en-DE" sz="3300" dirty="0">
                        <a:solidFill>
                          <a:schemeClr val="accent3"/>
                        </a:solidFill>
                        <a:latin typeface="Univers LT Pro 45 Light" panose="020B0403020202090204"/>
                      </a:endParaRPr>
                    </a:p>
                  </a:txBody>
                  <a:tcPr marL="93753" marR="93753" marT="46876" marB="46876"/>
                </a:tc>
                <a:tc>
                  <a:txBody>
                    <a:bodyPr/>
                    <a:lstStyle/>
                    <a:p>
                      <a:r>
                        <a:rPr lang="de-DE" sz="3300" dirty="0">
                          <a:solidFill>
                            <a:schemeClr val="accent3"/>
                          </a:solidFill>
                          <a:latin typeface="Univers LT Pro 45 Light" panose="020B0403020202090204"/>
                        </a:rPr>
                        <a:t>24,200</a:t>
                      </a:r>
                      <a:endParaRPr lang="en-DE" sz="3300" dirty="0">
                        <a:solidFill>
                          <a:schemeClr val="accent3"/>
                        </a:solidFill>
                        <a:latin typeface="Univers LT Pro 45 Light" panose="020B0403020202090204"/>
                      </a:endParaRPr>
                    </a:p>
                  </a:txBody>
                  <a:tcPr marL="93753" marR="93753" marT="46876" marB="46876"/>
                </a:tc>
                <a:extLst>
                  <a:ext uri="{0D108BD9-81ED-4DB2-BD59-A6C34878D82A}">
                    <a16:rowId xmlns:a16="http://schemas.microsoft.com/office/drawing/2014/main" val="690128090"/>
                  </a:ext>
                </a:extLst>
              </a:tr>
              <a:tr h="651676">
                <a:tc>
                  <a:txBody>
                    <a:bodyPr/>
                    <a:lstStyle/>
                    <a:p>
                      <a:r>
                        <a:rPr lang="en-US" sz="3300" dirty="0">
                          <a:solidFill>
                            <a:schemeClr val="accent3"/>
                          </a:solidFill>
                          <a:latin typeface="Univers LT Pro 45 Light" panose="020B0403020202090204"/>
                        </a:rPr>
                        <a:t>N </a:t>
                      </a:r>
                      <a:r>
                        <a:rPr lang="en-US" sz="3300" dirty="0" err="1">
                          <a:solidFill>
                            <a:schemeClr val="accent3"/>
                          </a:solidFill>
                          <a:latin typeface="Univers LT Pro 45 Light" panose="020B0403020202090204"/>
                        </a:rPr>
                        <a:t>Sents</a:t>
                      </a:r>
                      <a:endParaRPr lang="en-DE" sz="3300" dirty="0">
                        <a:solidFill>
                          <a:schemeClr val="accent3"/>
                        </a:solidFill>
                        <a:latin typeface="Univers LT Pro 45 Light" panose="020B0403020202090204"/>
                      </a:endParaRPr>
                    </a:p>
                  </a:txBody>
                  <a:tcPr marL="93753" marR="93753" marT="46876" marB="46876"/>
                </a:tc>
                <a:tc>
                  <a:txBody>
                    <a:bodyPr/>
                    <a:lstStyle/>
                    <a:p>
                      <a:r>
                        <a:rPr lang="de-DE" sz="3300" b="1" dirty="0">
                          <a:solidFill>
                            <a:schemeClr val="accent3"/>
                          </a:solidFill>
                          <a:latin typeface="Univers LT Pro 45 Light" panose="020B0403020202090204"/>
                        </a:rPr>
                        <a:t>295,255</a:t>
                      </a:r>
                      <a:endParaRPr lang="en-DE" sz="3300" b="1" dirty="0">
                        <a:solidFill>
                          <a:schemeClr val="accent3"/>
                        </a:solidFill>
                        <a:latin typeface="Univers LT Pro 45 Light" panose="020B0403020202090204"/>
                      </a:endParaRPr>
                    </a:p>
                  </a:txBody>
                  <a:tcPr marL="93753" marR="93753" marT="46876" marB="46876"/>
                </a:tc>
                <a:tc>
                  <a:txBody>
                    <a:bodyPr/>
                    <a:lstStyle/>
                    <a:p>
                      <a:r>
                        <a:rPr lang="de-DE" sz="3300" dirty="0">
                          <a:solidFill>
                            <a:schemeClr val="accent3"/>
                          </a:solidFill>
                          <a:latin typeface="Univers LT Pro 45 Light" panose="020B0403020202090204"/>
                        </a:rPr>
                        <a:t>142,810</a:t>
                      </a:r>
                      <a:endParaRPr lang="en-DE" sz="3300" dirty="0">
                        <a:solidFill>
                          <a:schemeClr val="accent3"/>
                        </a:solidFill>
                        <a:latin typeface="Univers LT Pro 45 Light" panose="020B0403020202090204"/>
                      </a:endParaRPr>
                    </a:p>
                  </a:txBody>
                  <a:tcPr marL="93753" marR="93753" marT="46876" marB="46876"/>
                </a:tc>
                <a:tc>
                  <a:txBody>
                    <a:bodyPr/>
                    <a:lstStyle/>
                    <a:p>
                      <a:r>
                        <a:rPr lang="de-DE" sz="3300" dirty="0">
                          <a:solidFill>
                            <a:schemeClr val="accent3"/>
                          </a:solidFill>
                          <a:latin typeface="Univers LT Pro 45 Light" panose="020B0403020202090204"/>
                        </a:rPr>
                        <a:t>53,017</a:t>
                      </a:r>
                      <a:endParaRPr lang="en-DE" sz="3300" dirty="0">
                        <a:solidFill>
                          <a:schemeClr val="accent3"/>
                        </a:solidFill>
                        <a:latin typeface="Univers LT Pro 45 Light" panose="020B0403020202090204"/>
                      </a:endParaRPr>
                    </a:p>
                  </a:txBody>
                  <a:tcPr marL="93753" marR="93753" marT="46876" marB="46876"/>
                </a:tc>
                <a:tc>
                  <a:txBody>
                    <a:bodyPr/>
                    <a:lstStyle/>
                    <a:p>
                      <a:r>
                        <a:rPr lang="de-DE" sz="3300" dirty="0">
                          <a:solidFill>
                            <a:schemeClr val="accent3"/>
                          </a:solidFill>
                          <a:latin typeface="Univers LT Pro 45 Light" panose="020B0403020202090204"/>
                        </a:rPr>
                        <a:t>10,337</a:t>
                      </a:r>
                      <a:endParaRPr lang="en-DE" sz="3300" dirty="0">
                        <a:solidFill>
                          <a:schemeClr val="accent3"/>
                        </a:solidFill>
                        <a:latin typeface="Univers LT Pro 45 Light" panose="020B0403020202090204"/>
                      </a:endParaRPr>
                    </a:p>
                  </a:txBody>
                  <a:tcPr marL="93753" marR="93753" marT="46876" marB="46876"/>
                </a:tc>
                <a:tc>
                  <a:txBody>
                    <a:bodyPr/>
                    <a:lstStyle/>
                    <a:p>
                      <a:r>
                        <a:rPr lang="de-DE" sz="3300" dirty="0">
                          <a:solidFill>
                            <a:schemeClr val="accent3"/>
                          </a:solidFill>
                          <a:latin typeface="Univers LT Pro 45 Light" panose="020B0403020202090204"/>
                        </a:rPr>
                        <a:t>36,094</a:t>
                      </a:r>
                      <a:endParaRPr lang="en-DE" sz="3300" dirty="0">
                        <a:solidFill>
                          <a:schemeClr val="accent3"/>
                        </a:solidFill>
                        <a:latin typeface="Univers LT Pro 45 Light" panose="020B0403020202090204"/>
                      </a:endParaRPr>
                    </a:p>
                  </a:txBody>
                  <a:tcPr marL="93753" marR="93753" marT="46876" marB="46876"/>
                </a:tc>
                <a:tc>
                  <a:txBody>
                    <a:bodyPr/>
                    <a:lstStyle/>
                    <a:p>
                      <a:r>
                        <a:rPr lang="de-DE" sz="3300" dirty="0">
                          <a:solidFill>
                            <a:schemeClr val="accent3"/>
                          </a:solidFill>
                          <a:latin typeface="Univers LT Pro 45 Light" panose="020B0403020202090204"/>
                        </a:rPr>
                        <a:t>45,667</a:t>
                      </a:r>
                      <a:endParaRPr lang="en-DE" sz="3300" dirty="0">
                        <a:solidFill>
                          <a:schemeClr val="accent3"/>
                        </a:solidFill>
                        <a:latin typeface="Univers LT Pro 45 Light" panose="020B0403020202090204"/>
                      </a:endParaRPr>
                    </a:p>
                  </a:txBody>
                  <a:tcPr marL="93753" marR="93753" marT="46876" marB="46876"/>
                </a:tc>
                <a:tc>
                  <a:txBody>
                    <a:bodyPr/>
                    <a:lstStyle/>
                    <a:p>
                      <a:r>
                        <a:rPr lang="de-DE" sz="3300" dirty="0">
                          <a:solidFill>
                            <a:schemeClr val="accent3"/>
                          </a:solidFill>
                          <a:latin typeface="Univers LT Pro 45 Light" panose="020B0403020202090204"/>
                        </a:rPr>
                        <a:t>45,912</a:t>
                      </a:r>
                      <a:endParaRPr lang="en-DE" sz="3300" dirty="0">
                        <a:solidFill>
                          <a:schemeClr val="accent3"/>
                        </a:solidFill>
                        <a:latin typeface="Univers LT Pro 45 Light" panose="020B0403020202090204"/>
                      </a:endParaRPr>
                    </a:p>
                  </a:txBody>
                  <a:tcPr marL="93753" marR="93753" marT="46876" marB="46876"/>
                </a:tc>
                <a:tc>
                  <a:txBody>
                    <a:bodyPr/>
                    <a:lstStyle/>
                    <a:p>
                      <a:r>
                        <a:rPr lang="de-DE" sz="3300" dirty="0">
                          <a:solidFill>
                            <a:schemeClr val="accent3"/>
                          </a:solidFill>
                          <a:latin typeface="Univers LT Pro 45 Light" panose="020B0403020202090204"/>
                        </a:rPr>
                        <a:t>65,523</a:t>
                      </a:r>
                      <a:endParaRPr lang="en-DE" sz="3300" dirty="0">
                        <a:solidFill>
                          <a:schemeClr val="accent3"/>
                        </a:solidFill>
                        <a:latin typeface="Univers LT Pro 45 Light" panose="020B0403020202090204"/>
                      </a:endParaRPr>
                    </a:p>
                  </a:txBody>
                  <a:tcPr marL="93753" marR="93753" marT="46876" marB="46876"/>
                </a:tc>
                <a:extLst>
                  <a:ext uri="{0D108BD9-81ED-4DB2-BD59-A6C34878D82A}">
                    <a16:rowId xmlns:a16="http://schemas.microsoft.com/office/drawing/2014/main" val="988278261"/>
                  </a:ext>
                </a:extLst>
              </a:tr>
              <a:tr h="651676">
                <a:tc>
                  <a:txBody>
                    <a:bodyPr/>
                    <a:lstStyle/>
                    <a:p>
                      <a:r>
                        <a:rPr lang="en-US" sz="3300" dirty="0">
                          <a:solidFill>
                            <a:schemeClr val="accent3"/>
                          </a:solidFill>
                          <a:latin typeface="Univers LT Pro 45 Light" panose="020B0403020202090204"/>
                        </a:rPr>
                        <a:t>N Anti-Elite </a:t>
                      </a:r>
                      <a:r>
                        <a:rPr lang="en-US" sz="3300" dirty="0" err="1">
                          <a:solidFill>
                            <a:schemeClr val="accent3"/>
                          </a:solidFill>
                          <a:latin typeface="Univers LT Pro 45 Light" panose="020B0403020202090204"/>
                        </a:rPr>
                        <a:t>Sents</a:t>
                      </a:r>
                      <a:endParaRPr lang="en-DE" sz="3300" dirty="0">
                        <a:solidFill>
                          <a:schemeClr val="accent3"/>
                        </a:solidFill>
                        <a:latin typeface="Univers LT Pro 45 Light" panose="020B0403020202090204"/>
                      </a:endParaRPr>
                    </a:p>
                  </a:txBody>
                  <a:tcPr marL="93753" marR="93753" marT="46876" marB="46876"/>
                </a:tc>
                <a:tc>
                  <a:txBody>
                    <a:bodyPr/>
                    <a:lstStyle/>
                    <a:p>
                      <a:r>
                        <a:rPr lang="de-DE" sz="3300" b="1" dirty="0">
                          <a:solidFill>
                            <a:schemeClr val="accent3"/>
                          </a:solidFill>
                          <a:latin typeface="Univers LT Pro 45 Light" panose="020B0403020202090204"/>
                        </a:rPr>
                        <a:t>39,747 (13.4%)</a:t>
                      </a:r>
                      <a:endParaRPr lang="en-DE" sz="3300" b="1" dirty="0">
                        <a:solidFill>
                          <a:schemeClr val="accent3"/>
                        </a:solidFill>
                        <a:latin typeface="Univers LT Pro 45 Light" panose="020B0403020202090204"/>
                      </a:endParaRPr>
                    </a:p>
                  </a:txBody>
                  <a:tcPr marL="93753" marR="93753" marT="46876" marB="46876"/>
                </a:tc>
                <a:tc>
                  <a:txBody>
                    <a:bodyPr/>
                    <a:lstStyle/>
                    <a:p>
                      <a:r>
                        <a:rPr lang="de-DE" sz="3300" dirty="0">
                          <a:solidFill>
                            <a:schemeClr val="accent3"/>
                          </a:solidFill>
                          <a:latin typeface="Univers LT Pro 45 Light" panose="020B0403020202090204"/>
                        </a:rPr>
                        <a:t>17,056 (11.9%)</a:t>
                      </a:r>
                      <a:endParaRPr lang="en-DE" sz="3300" dirty="0">
                        <a:solidFill>
                          <a:schemeClr val="accent3"/>
                        </a:solidFill>
                        <a:latin typeface="Univers LT Pro 45 Light" panose="020B0403020202090204"/>
                      </a:endParaRPr>
                    </a:p>
                  </a:txBody>
                  <a:tcPr marL="93753" marR="93753" marT="46876" marB="46876"/>
                </a:tc>
                <a:tc>
                  <a:txBody>
                    <a:bodyPr/>
                    <a:lstStyle/>
                    <a:p>
                      <a:r>
                        <a:rPr lang="de-DE" sz="3300" dirty="0">
                          <a:solidFill>
                            <a:schemeClr val="accent3"/>
                          </a:solidFill>
                          <a:latin typeface="Univers LT Pro 45 Light" panose="020B0403020202090204"/>
                        </a:rPr>
                        <a:t>918 (1.7%)</a:t>
                      </a:r>
                      <a:endParaRPr lang="en-DE" sz="3300" dirty="0">
                        <a:solidFill>
                          <a:schemeClr val="accent3"/>
                        </a:solidFill>
                        <a:latin typeface="Univers LT Pro 45 Light" panose="020B0403020202090204"/>
                      </a:endParaRPr>
                    </a:p>
                  </a:txBody>
                  <a:tcPr marL="93753" marR="93753" marT="46876" marB="46876"/>
                </a:tc>
                <a:tc>
                  <a:txBody>
                    <a:bodyPr/>
                    <a:lstStyle/>
                    <a:p>
                      <a:r>
                        <a:rPr lang="de-DE" sz="3300" dirty="0">
                          <a:solidFill>
                            <a:schemeClr val="accent3"/>
                          </a:solidFill>
                          <a:latin typeface="Univers LT Pro 45 Light" panose="020B0403020202090204"/>
                        </a:rPr>
                        <a:t>286 (2.8%)</a:t>
                      </a:r>
                      <a:endParaRPr lang="en-DE" sz="3300" dirty="0">
                        <a:solidFill>
                          <a:schemeClr val="accent3"/>
                        </a:solidFill>
                        <a:latin typeface="Univers LT Pro 45 Light" panose="020B0403020202090204"/>
                      </a:endParaRPr>
                    </a:p>
                  </a:txBody>
                  <a:tcPr marL="93753" marR="93753" marT="46876" marB="46876"/>
                </a:tc>
                <a:tc>
                  <a:txBody>
                    <a:bodyPr/>
                    <a:lstStyle/>
                    <a:p>
                      <a:r>
                        <a:rPr lang="de-DE" sz="3300" dirty="0">
                          <a:solidFill>
                            <a:schemeClr val="accent3"/>
                          </a:solidFill>
                          <a:latin typeface="Univers LT Pro 45 Light" panose="020B0403020202090204"/>
                        </a:rPr>
                        <a:t>1,403 (3.8%)</a:t>
                      </a:r>
                      <a:endParaRPr lang="en-DE" sz="3300" dirty="0">
                        <a:solidFill>
                          <a:schemeClr val="accent3"/>
                        </a:solidFill>
                        <a:latin typeface="Univers LT Pro 45 Light" panose="020B0403020202090204"/>
                      </a:endParaRPr>
                    </a:p>
                  </a:txBody>
                  <a:tcPr marL="93753" marR="93753" marT="46876" marB="46876"/>
                </a:tc>
                <a:tc>
                  <a:txBody>
                    <a:bodyPr/>
                    <a:lstStyle/>
                    <a:p>
                      <a:r>
                        <a:rPr lang="de-DE" sz="3300" dirty="0">
                          <a:solidFill>
                            <a:schemeClr val="accent3"/>
                          </a:solidFill>
                          <a:latin typeface="Univers LT Pro 45 Light" panose="020B0403020202090204"/>
                        </a:rPr>
                        <a:t>1,415 (3.1%)</a:t>
                      </a:r>
                      <a:endParaRPr lang="en-DE" sz="3300" dirty="0">
                        <a:solidFill>
                          <a:schemeClr val="accent3"/>
                        </a:solidFill>
                        <a:latin typeface="Univers LT Pro 45 Light" panose="020B0403020202090204"/>
                      </a:endParaRPr>
                    </a:p>
                  </a:txBody>
                  <a:tcPr marL="93753" marR="93753" marT="46876" marB="46876"/>
                </a:tc>
                <a:tc>
                  <a:txBody>
                    <a:bodyPr/>
                    <a:lstStyle/>
                    <a:p>
                      <a:r>
                        <a:rPr lang="de-DE" sz="3300" dirty="0">
                          <a:solidFill>
                            <a:schemeClr val="accent3"/>
                          </a:solidFill>
                          <a:latin typeface="Univers LT Pro 45 Light" panose="020B0403020202090204"/>
                        </a:rPr>
                        <a:t>2,420 (5.3%)</a:t>
                      </a:r>
                      <a:endParaRPr lang="en-DE" sz="3300" dirty="0">
                        <a:solidFill>
                          <a:schemeClr val="accent3"/>
                        </a:solidFill>
                        <a:latin typeface="Univers LT Pro 45 Light" panose="020B0403020202090204"/>
                      </a:endParaRPr>
                    </a:p>
                  </a:txBody>
                  <a:tcPr marL="93753" marR="93753" marT="46876" marB="46876"/>
                </a:tc>
                <a:tc>
                  <a:txBody>
                    <a:bodyPr/>
                    <a:lstStyle/>
                    <a:p>
                      <a:r>
                        <a:rPr lang="de-DE" sz="3300" dirty="0">
                          <a:solidFill>
                            <a:schemeClr val="accent3"/>
                          </a:solidFill>
                          <a:latin typeface="Univers LT Pro 45 Light" panose="020B0403020202090204"/>
                        </a:rPr>
                        <a:t>1,380 (2.1%)</a:t>
                      </a:r>
                      <a:endParaRPr lang="en-DE" sz="3300" dirty="0">
                        <a:solidFill>
                          <a:schemeClr val="accent3"/>
                        </a:solidFill>
                        <a:latin typeface="Univers LT Pro 45 Light" panose="020B0403020202090204"/>
                      </a:endParaRPr>
                    </a:p>
                  </a:txBody>
                  <a:tcPr marL="93753" marR="93753" marT="46876" marB="46876"/>
                </a:tc>
                <a:extLst>
                  <a:ext uri="{0D108BD9-81ED-4DB2-BD59-A6C34878D82A}">
                    <a16:rowId xmlns:a16="http://schemas.microsoft.com/office/drawing/2014/main" val="2237052951"/>
                  </a:ext>
                </a:extLst>
              </a:tr>
              <a:tr h="651676">
                <a:tc>
                  <a:txBody>
                    <a:bodyPr/>
                    <a:lstStyle/>
                    <a:p>
                      <a:r>
                        <a:rPr lang="de-DE" sz="3300" dirty="0">
                          <a:solidFill>
                            <a:schemeClr val="accent3"/>
                          </a:solidFill>
                          <a:latin typeface="Univers LT Pro 45 Light" panose="020B0403020202090204"/>
                        </a:rPr>
                        <a:t>N People-</a:t>
                      </a:r>
                      <a:r>
                        <a:rPr lang="de-DE" sz="3300" dirty="0" err="1">
                          <a:solidFill>
                            <a:schemeClr val="accent3"/>
                          </a:solidFill>
                          <a:latin typeface="Univers LT Pro 45 Light" panose="020B0403020202090204"/>
                        </a:rPr>
                        <a:t>Centric</a:t>
                      </a:r>
                      <a:r>
                        <a:rPr lang="de-DE" sz="3300" dirty="0">
                          <a:solidFill>
                            <a:schemeClr val="accent3"/>
                          </a:solidFill>
                          <a:latin typeface="Univers LT Pro 45 Light" panose="020B0403020202090204"/>
                        </a:rPr>
                        <a:t> </a:t>
                      </a:r>
                      <a:r>
                        <a:rPr lang="de-DE" sz="3300" dirty="0" err="1">
                          <a:solidFill>
                            <a:schemeClr val="accent3"/>
                          </a:solidFill>
                          <a:latin typeface="Univers LT Pro 45 Light" panose="020B0403020202090204"/>
                        </a:rPr>
                        <a:t>Sents</a:t>
                      </a:r>
                      <a:endParaRPr lang="en-DE" sz="3300" dirty="0">
                        <a:solidFill>
                          <a:schemeClr val="accent3"/>
                        </a:solidFill>
                        <a:latin typeface="Univers LT Pro 45 Light" panose="020B0403020202090204"/>
                      </a:endParaRPr>
                    </a:p>
                  </a:txBody>
                  <a:tcPr marL="93753" marR="93753" marT="46876" marB="46876"/>
                </a:tc>
                <a:tc>
                  <a:txBody>
                    <a:bodyPr/>
                    <a:lstStyle/>
                    <a:p>
                      <a:r>
                        <a:rPr lang="de-DE" sz="3300" b="0" dirty="0">
                          <a:solidFill>
                            <a:schemeClr val="accent3"/>
                          </a:solidFill>
                          <a:latin typeface="Univers LT Pro 45 Light" panose="020B0403020202090204"/>
                        </a:rPr>
                        <a:t>5,984  (2.0%)</a:t>
                      </a:r>
                      <a:endParaRPr lang="en-DE" sz="3300" b="0" dirty="0">
                        <a:solidFill>
                          <a:schemeClr val="accent3"/>
                        </a:solidFill>
                        <a:latin typeface="Univers LT Pro 45 Light" panose="020B0403020202090204"/>
                      </a:endParaRPr>
                    </a:p>
                  </a:txBody>
                  <a:tcPr marL="93753" marR="93753" marT="46876" marB="46876"/>
                </a:tc>
                <a:tc>
                  <a:txBody>
                    <a:bodyPr/>
                    <a:lstStyle/>
                    <a:p>
                      <a:r>
                        <a:rPr lang="de-DE" sz="3300" dirty="0">
                          <a:solidFill>
                            <a:schemeClr val="accent3"/>
                          </a:solidFill>
                          <a:latin typeface="Univers LT Pro 45 Light" panose="020B0403020202090204"/>
                        </a:rPr>
                        <a:t>3,592 (2.5%)</a:t>
                      </a:r>
                      <a:endParaRPr lang="en-DE" sz="3300" dirty="0">
                        <a:solidFill>
                          <a:schemeClr val="accent3"/>
                        </a:solidFill>
                        <a:latin typeface="Univers LT Pro 45 Light" panose="020B0403020202090204"/>
                      </a:endParaRPr>
                    </a:p>
                  </a:txBody>
                  <a:tcPr marL="93753" marR="93753" marT="46876" marB="46876"/>
                </a:tc>
                <a:tc>
                  <a:txBody>
                    <a:bodyPr/>
                    <a:lstStyle/>
                    <a:p>
                      <a:r>
                        <a:rPr lang="de-DE" sz="3300" dirty="0">
                          <a:solidFill>
                            <a:schemeClr val="accent3"/>
                          </a:solidFill>
                          <a:latin typeface="Univers LT Pro 45 Light" panose="020B0403020202090204"/>
                        </a:rPr>
                        <a:t>1,419 (2.6%)</a:t>
                      </a:r>
                      <a:endParaRPr lang="en-DE" sz="3300" dirty="0">
                        <a:solidFill>
                          <a:schemeClr val="accent3"/>
                        </a:solidFill>
                        <a:latin typeface="Univers LT Pro 45 Light" panose="020B0403020202090204"/>
                      </a:endParaRPr>
                    </a:p>
                  </a:txBody>
                  <a:tcPr marL="93753" marR="93753" marT="46876" marB="46876"/>
                </a:tc>
                <a:tc>
                  <a:txBody>
                    <a:bodyPr/>
                    <a:lstStyle/>
                    <a:p>
                      <a:r>
                        <a:rPr lang="de-DE" sz="3300" dirty="0">
                          <a:solidFill>
                            <a:schemeClr val="accent3"/>
                          </a:solidFill>
                          <a:latin typeface="Univers LT Pro 45 Light" panose="020B0403020202090204"/>
                        </a:rPr>
                        <a:t>245 (2.4%)</a:t>
                      </a:r>
                      <a:endParaRPr lang="en-DE" sz="3300" dirty="0">
                        <a:solidFill>
                          <a:schemeClr val="accent3"/>
                        </a:solidFill>
                        <a:latin typeface="Univers LT Pro 45 Light" panose="020B0403020202090204"/>
                      </a:endParaRPr>
                    </a:p>
                  </a:txBody>
                  <a:tcPr marL="93753" marR="93753" marT="46876" marB="46876"/>
                </a:tc>
                <a:tc>
                  <a:txBody>
                    <a:bodyPr/>
                    <a:lstStyle/>
                    <a:p>
                      <a:r>
                        <a:rPr lang="de-DE" sz="3300" dirty="0">
                          <a:solidFill>
                            <a:schemeClr val="accent3"/>
                          </a:solidFill>
                          <a:latin typeface="Univers LT Pro 45 Light" panose="020B0403020202090204"/>
                        </a:rPr>
                        <a:t>886 (2.5%)</a:t>
                      </a:r>
                      <a:endParaRPr lang="en-DE" sz="3300" dirty="0">
                        <a:solidFill>
                          <a:schemeClr val="accent3"/>
                        </a:solidFill>
                        <a:latin typeface="Univers LT Pro 45 Light" panose="020B0403020202090204"/>
                      </a:endParaRPr>
                    </a:p>
                  </a:txBody>
                  <a:tcPr marL="93753" marR="93753" marT="46876" marB="46876"/>
                </a:tc>
                <a:tc>
                  <a:txBody>
                    <a:bodyPr/>
                    <a:lstStyle/>
                    <a:p>
                      <a:r>
                        <a:rPr lang="de-DE" sz="3300" dirty="0">
                          <a:solidFill>
                            <a:schemeClr val="accent3"/>
                          </a:solidFill>
                          <a:latin typeface="Univers LT Pro 45 Light" panose="020B0403020202090204"/>
                        </a:rPr>
                        <a:t>1,314  (2.9%)</a:t>
                      </a:r>
                      <a:endParaRPr lang="en-DE" sz="3300" dirty="0">
                        <a:solidFill>
                          <a:schemeClr val="accent3"/>
                        </a:solidFill>
                        <a:latin typeface="Univers LT Pro 45 Light" panose="020B0403020202090204"/>
                      </a:endParaRPr>
                    </a:p>
                  </a:txBody>
                  <a:tcPr marL="93753" marR="93753" marT="46876" marB="46876"/>
                </a:tc>
                <a:tc>
                  <a:txBody>
                    <a:bodyPr/>
                    <a:lstStyle/>
                    <a:p>
                      <a:r>
                        <a:rPr lang="de-DE" sz="3300" dirty="0">
                          <a:solidFill>
                            <a:schemeClr val="accent3"/>
                          </a:solidFill>
                          <a:latin typeface="Univers LT Pro 45 Light" panose="020B0403020202090204"/>
                        </a:rPr>
                        <a:t>1,374 (3.0%)</a:t>
                      </a:r>
                      <a:endParaRPr lang="en-DE" sz="3300" dirty="0">
                        <a:solidFill>
                          <a:schemeClr val="accent3"/>
                        </a:solidFill>
                        <a:latin typeface="Univers LT Pro 45 Light" panose="020B0403020202090204"/>
                      </a:endParaRPr>
                    </a:p>
                  </a:txBody>
                  <a:tcPr marL="93753" marR="93753" marT="46876" marB="46876"/>
                </a:tc>
                <a:tc>
                  <a:txBody>
                    <a:bodyPr/>
                    <a:lstStyle/>
                    <a:p>
                      <a:r>
                        <a:rPr lang="de-DE" sz="3300" b="1" dirty="0">
                          <a:solidFill>
                            <a:schemeClr val="accent3"/>
                          </a:solidFill>
                          <a:latin typeface="Univers LT Pro 45 Light" panose="020B0403020202090204"/>
                        </a:rPr>
                        <a:t>2,163 (3.3%)</a:t>
                      </a:r>
                      <a:endParaRPr lang="en-DE" sz="3300" b="1" dirty="0">
                        <a:solidFill>
                          <a:schemeClr val="accent3"/>
                        </a:solidFill>
                        <a:latin typeface="Univers LT Pro 45 Light" panose="020B0403020202090204"/>
                      </a:endParaRPr>
                    </a:p>
                  </a:txBody>
                  <a:tcPr marL="93753" marR="93753" marT="46876" marB="46876"/>
                </a:tc>
                <a:extLst>
                  <a:ext uri="{0D108BD9-81ED-4DB2-BD59-A6C34878D82A}">
                    <a16:rowId xmlns:a16="http://schemas.microsoft.com/office/drawing/2014/main" val="776756376"/>
                  </a:ext>
                </a:extLst>
              </a:tr>
              <a:tr h="651676">
                <a:tc>
                  <a:txBody>
                    <a:bodyPr/>
                    <a:lstStyle/>
                    <a:p>
                      <a:endParaRPr lang="en-DE" sz="3300" dirty="0">
                        <a:solidFill>
                          <a:schemeClr val="accent3"/>
                        </a:solidFill>
                        <a:latin typeface="Univers LT Pro 45 Light" panose="020B0403020202090204"/>
                      </a:endParaRPr>
                    </a:p>
                  </a:txBody>
                  <a:tcPr marL="93753" marR="93753" marT="46876" marB="46876"/>
                </a:tc>
                <a:tc>
                  <a:txBody>
                    <a:bodyPr/>
                    <a:lstStyle/>
                    <a:p>
                      <a:endParaRPr lang="en-DE" sz="3300" dirty="0">
                        <a:solidFill>
                          <a:schemeClr val="accent3"/>
                        </a:solidFill>
                        <a:latin typeface="Univers LT Pro 45 Light" panose="020B0403020202090204"/>
                      </a:endParaRPr>
                    </a:p>
                  </a:txBody>
                  <a:tcPr marL="93753" marR="93753" marT="46876" marB="46876"/>
                </a:tc>
                <a:tc>
                  <a:txBody>
                    <a:bodyPr/>
                    <a:lstStyle/>
                    <a:p>
                      <a:endParaRPr lang="en-DE" sz="3300" dirty="0">
                        <a:solidFill>
                          <a:schemeClr val="accent3"/>
                        </a:solidFill>
                        <a:latin typeface="Univers LT Pro 45 Light" panose="020B0403020202090204"/>
                      </a:endParaRPr>
                    </a:p>
                  </a:txBody>
                  <a:tcPr marL="93753" marR="93753" marT="46876" marB="46876"/>
                </a:tc>
                <a:tc>
                  <a:txBody>
                    <a:bodyPr/>
                    <a:lstStyle/>
                    <a:p>
                      <a:endParaRPr lang="en-DE" sz="3300" dirty="0">
                        <a:solidFill>
                          <a:schemeClr val="accent3"/>
                        </a:solidFill>
                        <a:latin typeface="Univers LT Pro 45 Light" panose="020B0403020202090204"/>
                      </a:endParaRPr>
                    </a:p>
                  </a:txBody>
                  <a:tcPr marL="93753" marR="93753" marT="46876" marB="46876"/>
                </a:tc>
                <a:tc>
                  <a:txBody>
                    <a:bodyPr/>
                    <a:lstStyle/>
                    <a:p>
                      <a:endParaRPr lang="en-DE" sz="3300" dirty="0">
                        <a:solidFill>
                          <a:schemeClr val="accent3"/>
                        </a:solidFill>
                        <a:latin typeface="Univers LT Pro 45 Light" panose="020B0403020202090204"/>
                      </a:endParaRPr>
                    </a:p>
                  </a:txBody>
                  <a:tcPr marL="93753" marR="93753" marT="46876" marB="46876"/>
                </a:tc>
                <a:tc>
                  <a:txBody>
                    <a:bodyPr/>
                    <a:lstStyle/>
                    <a:p>
                      <a:endParaRPr lang="en-DE" sz="3300" dirty="0">
                        <a:solidFill>
                          <a:schemeClr val="accent3"/>
                        </a:solidFill>
                        <a:latin typeface="Univers LT Pro 45 Light" panose="020B0403020202090204"/>
                      </a:endParaRPr>
                    </a:p>
                  </a:txBody>
                  <a:tcPr marL="93753" marR="93753" marT="46876" marB="46876"/>
                </a:tc>
                <a:tc>
                  <a:txBody>
                    <a:bodyPr/>
                    <a:lstStyle/>
                    <a:p>
                      <a:endParaRPr lang="en-DE" sz="3300" dirty="0">
                        <a:solidFill>
                          <a:schemeClr val="accent3"/>
                        </a:solidFill>
                        <a:latin typeface="Univers LT Pro 45 Light" panose="020B0403020202090204"/>
                      </a:endParaRPr>
                    </a:p>
                  </a:txBody>
                  <a:tcPr marL="93753" marR="93753" marT="46876" marB="46876"/>
                </a:tc>
                <a:tc>
                  <a:txBody>
                    <a:bodyPr/>
                    <a:lstStyle/>
                    <a:p>
                      <a:endParaRPr lang="en-DE" sz="3300" dirty="0">
                        <a:solidFill>
                          <a:schemeClr val="accent3"/>
                        </a:solidFill>
                        <a:latin typeface="Univers LT Pro 45 Light" panose="020B0403020202090204"/>
                      </a:endParaRPr>
                    </a:p>
                  </a:txBody>
                  <a:tcPr marL="93753" marR="93753" marT="46876" marB="46876"/>
                </a:tc>
                <a:tc>
                  <a:txBody>
                    <a:bodyPr/>
                    <a:lstStyle/>
                    <a:p>
                      <a:endParaRPr lang="en-DE" sz="3300" dirty="0">
                        <a:solidFill>
                          <a:schemeClr val="accent3"/>
                        </a:solidFill>
                        <a:latin typeface="Univers LT Pro 45 Light" panose="020B0403020202090204"/>
                      </a:endParaRPr>
                    </a:p>
                  </a:txBody>
                  <a:tcPr marL="93753" marR="93753" marT="46876" marB="46876"/>
                </a:tc>
                <a:extLst>
                  <a:ext uri="{0D108BD9-81ED-4DB2-BD59-A6C34878D82A}">
                    <a16:rowId xmlns:a16="http://schemas.microsoft.com/office/drawing/2014/main" val="2913160303"/>
                  </a:ext>
                </a:extLst>
              </a:tr>
              <a:tr h="651676">
                <a:tc>
                  <a:txBody>
                    <a:bodyPr/>
                    <a:lstStyle/>
                    <a:p>
                      <a:r>
                        <a:rPr lang="de-DE" sz="3300" dirty="0" err="1">
                          <a:solidFill>
                            <a:schemeClr val="accent3"/>
                          </a:solidFill>
                          <a:latin typeface="Univers LT Pro 45 Light" panose="020B0403020202090204"/>
                        </a:rPr>
                        <a:t>Avg</a:t>
                      </a:r>
                      <a:r>
                        <a:rPr lang="de-DE" sz="3300" dirty="0">
                          <a:solidFill>
                            <a:schemeClr val="accent3"/>
                          </a:solidFill>
                          <a:latin typeface="Univers LT Pro 45 Light" panose="020B0403020202090204"/>
                        </a:rPr>
                        <a:t>. Likes</a:t>
                      </a:r>
                      <a:endParaRPr lang="en-DE" sz="3300" dirty="0">
                        <a:solidFill>
                          <a:schemeClr val="accent3"/>
                        </a:solidFill>
                        <a:latin typeface="Univers LT Pro 45 Light" panose="020B0403020202090204"/>
                      </a:endParaRPr>
                    </a:p>
                  </a:txBody>
                  <a:tcPr marL="93753" marR="93753" marT="46876" marB="46876"/>
                </a:tc>
                <a:tc>
                  <a:txBody>
                    <a:bodyPr/>
                    <a:lstStyle/>
                    <a:p>
                      <a:r>
                        <a:rPr lang="de-DE" sz="3300" dirty="0">
                          <a:solidFill>
                            <a:schemeClr val="accent3"/>
                          </a:solidFill>
                          <a:latin typeface="Univers LT Pro 45 Light" panose="020B0403020202090204"/>
                        </a:rPr>
                        <a:t>3,861.4</a:t>
                      </a:r>
                      <a:endParaRPr lang="en-DE" sz="3300" dirty="0">
                        <a:solidFill>
                          <a:schemeClr val="accent3"/>
                        </a:solidFill>
                        <a:latin typeface="Univers LT Pro 45 Light" panose="020B0403020202090204"/>
                      </a:endParaRPr>
                    </a:p>
                  </a:txBody>
                  <a:tcPr marL="93753" marR="93753" marT="46876" marB="46876"/>
                </a:tc>
                <a:tc>
                  <a:txBody>
                    <a:bodyPr/>
                    <a:lstStyle/>
                    <a:p>
                      <a:r>
                        <a:rPr lang="de-DE" sz="3300" dirty="0">
                          <a:solidFill>
                            <a:schemeClr val="accent3"/>
                          </a:solidFill>
                          <a:latin typeface="Univers LT Pro 45 Light" panose="020B0403020202090204"/>
                        </a:rPr>
                        <a:t>3,652.1</a:t>
                      </a:r>
                      <a:endParaRPr lang="en-DE" sz="3300" dirty="0">
                        <a:solidFill>
                          <a:schemeClr val="accent3"/>
                        </a:solidFill>
                        <a:latin typeface="Univers LT Pro 45 Light" panose="020B0403020202090204"/>
                      </a:endParaRPr>
                    </a:p>
                  </a:txBody>
                  <a:tcPr marL="93753" marR="93753" marT="46876" marB="46876"/>
                </a:tc>
                <a:tc>
                  <a:txBody>
                    <a:bodyPr/>
                    <a:lstStyle/>
                    <a:p>
                      <a:r>
                        <a:rPr lang="de-DE" sz="3300" dirty="0">
                          <a:solidFill>
                            <a:schemeClr val="accent3"/>
                          </a:solidFill>
                          <a:latin typeface="Univers LT Pro 45 Light" panose="020B0403020202090204"/>
                        </a:rPr>
                        <a:t>67.7</a:t>
                      </a:r>
                      <a:endParaRPr lang="en-DE" sz="3300" dirty="0">
                        <a:solidFill>
                          <a:schemeClr val="accent3"/>
                        </a:solidFill>
                        <a:latin typeface="Univers LT Pro 45 Light" panose="020B0403020202090204"/>
                      </a:endParaRPr>
                    </a:p>
                  </a:txBody>
                  <a:tcPr marL="93753" marR="93753" marT="46876" marB="46876"/>
                </a:tc>
                <a:tc>
                  <a:txBody>
                    <a:bodyPr/>
                    <a:lstStyle/>
                    <a:p>
                      <a:r>
                        <a:rPr lang="de-DE" sz="3300" dirty="0">
                          <a:solidFill>
                            <a:schemeClr val="accent3"/>
                          </a:solidFill>
                          <a:latin typeface="Univers LT Pro 45 Light" panose="020B0403020202090204"/>
                        </a:rPr>
                        <a:t>36.1</a:t>
                      </a:r>
                      <a:endParaRPr lang="en-DE" sz="3300" dirty="0">
                        <a:solidFill>
                          <a:schemeClr val="accent3"/>
                        </a:solidFill>
                        <a:latin typeface="Univers LT Pro 45 Light" panose="020B0403020202090204"/>
                      </a:endParaRPr>
                    </a:p>
                  </a:txBody>
                  <a:tcPr marL="93753" marR="93753" marT="46876" marB="46876"/>
                </a:tc>
                <a:tc>
                  <a:txBody>
                    <a:bodyPr/>
                    <a:lstStyle/>
                    <a:p>
                      <a:r>
                        <a:rPr lang="de-DE" sz="3300" dirty="0">
                          <a:solidFill>
                            <a:schemeClr val="accent3"/>
                          </a:solidFill>
                          <a:latin typeface="Univers LT Pro 45 Light" panose="020B0403020202090204"/>
                        </a:rPr>
                        <a:t>0.5</a:t>
                      </a:r>
                      <a:endParaRPr lang="en-DE" sz="3300" dirty="0">
                        <a:solidFill>
                          <a:schemeClr val="accent3"/>
                        </a:solidFill>
                        <a:latin typeface="Univers LT Pro 45 Light" panose="020B0403020202090204"/>
                      </a:endParaRPr>
                    </a:p>
                  </a:txBody>
                  <a:tcPr marL="93753" marR="93753" marT="46876" marB="46876"/>
                </a:tc>
                <a:tc>
                  <a:txBody>
                    <a:bodyPr/>
                    <a:lstStyle/>
                    <a:p>
                      <a:r>
                        <a:rPr lang="de-DE" sz="3300" dirty="0">
                          <a:solidFill>
                            <a:schemeClr val="accent3"/>
                          </a:solidFill>
                          <a:latin typeface="Univers LT Pro 45 Light" panose="020B0403020202090204"/>
                        </a:rPr>
                        <a:t>75.7</a:t>
                      </a:r>
                      <a:endParaRPr lang="en-DE" sz="3300" dirty="0">
                        <a:solidFill>
                          <a:schemeClr val="accent3"/>
                        </a:solidFill>
                        <a:latin typeface="Univers LT Pro 45 Light" panose="020B0403020202090204"/>
                      </a:endParaRPr>
                    </a:p>
                  </a:txBody>
                  <a:tcPr marL="93753" marR="93753" marT="46876" marB="46876"/>
                </a:tc>
                <a:tc>
                  <a:txBody>
                    <a:bodyPr/>
                    <a:lstStyle/>
                    <a:p>
                      <a:r>
                        <a:rPr lang="de-DE" sz="3300" dirty="0">
                          <a:solidFill>
                            <a:schemeClr val="accent3"/>
                          </a:solidFill>
                          <a:latin typeface="Univers LT Pro 45 Light" panose="020B0403020202090204"/>
                        </a:rPr>
                        <a:t>260.0</a:t>
                      </a:r>
                      <a:endParaRPr lang="en-DE" sz="3300" dirty="0">
                        <a:solidFill>
                          <a:schemeClr val="accent3"/>
                        </a:solidFill>
                        <a:latin typeface="Univers LT Pro 45 Light" panose="020B0403020202090204"/>
                      </a:endParaRPr>
                    </a:p>
                  </a:txBody>
                  <a:tcPr marL="93753" marR="93753" marT="46876" marB="46876"/>
                </a:tc>
                <a:tc>
                  <a:txBody>
                    <a:bodyPr/>
                    <a:lstStyle/>
                    <a:p>
                      <a:r>
                        <a:rPr lang="de-DE" sz="3300" dirty="0">
                          <a:solidFill>
                            <a:schemeClr val="accent3"/>
                          </a:solidFill>
                          <a:latin typeface="Univers LT Pro 45 Light" panose="020B0403020202090204"/>
                        </a:rPr>
                        <a:t>100.5</a:t>
                      </a:r>
                      <a:endParaRPr lang="en-DE" sz="3300" dirty="0">
                        <a:solidFill>
                          <a:schemeClr val="accent3"/>
                        </a:solidFill>
                        <a:latin typeface="Univers LT Pro 45 Light" panose="020B0403020202090204"/>
                      </a:endParaRPr>
                    </a:p>
                  </a:txBody>
                  <a:tcPr marL="93753" marR="93753" marT="46876" marB="46876"/>
                </a:tc>
                <a:extLst>
                  <a:ext uri="{0D108BD9-81ED-4DB2-BD59-A6C34878D82A}">
                    <a16:rowId xmlns:a16="http://schemas.microsoft.com/office/drawing/2014/main" val="509464489"/>
                  </a:ext>
                </a:extLst>
              </a:tr>
              <a:tr h="651676">
                <a:tc>
                  <a:txBody>
                    <a:bodyPr/>
                    <a:lstStyle/>
                    <a:p>
                      <a:r>
                        <a:rPr lang="en-US" sz="3300" dirty="0">
                          <a:solidFill>
                            <a:schemeClr val="accent3"/>
                          </a:solidFill>
                          <a:latin typeface="Univers LT Pro 45 Light" panose="020B0403020202090204"/>
                        </a:rPr>
                        <a:t>Avg. Views</a:t>
                      </a:r>
                      <a:endParaRPr lang="en-DE" sz="3300" dirty="0">
                        <a:solidFill>
                          <a:schemeClr val="accent3"/>
                        </a:solidFill>
                        <a:latin typeface="Univers LT Pro 45 Light" panose="020B0403020202090204"/>
                      </a:endParaRPr>
                    </a:p>
                  </a:txBody>
                  <a:tcPr marL="93753" marR="93753" marT="46876" marB="46876"/>
                </a:tc>
                <a:tc>
                  <a:txBody>
                    <a:bodyPr/>
                    <a:lstStyle/>
                    <a:p>
                      <a:r>
                        <a:rPr lang="de-DE" sz="3300" b="1" dirty="0">
                          <a:solidFill>
                            <a:schemeClr val="accent3"/>
                          </a:solidFill>
                          <a:latin typeface="Univers LT Pro 45 Light" panose="020B0403020202090204"/>
                        </a:rPr>
                        <a:t>45,749.6</a:t>
                      </a:r>
                      <a:endParaRPr lang="en-DE" sz="3300" b="1" dirty="0">
                        <a:solidFill>
                          <a:schemeClr val="accent3"/>
                        </a:solidFill>
                        <a:latin typeface="Univers LT Pro 45 Light" panose="020B0403020202090204"/>
                      </a:endParaRPr>
                    </a:p>
                  </a:txBody>
                  <a:tcPr marL="93753" marR="93753" marT="46876" marB="46876"/>
                </a:tc>
                <a:tc>
                  <a:txBody>
                    <a:bodyPr/>
                    <a:lstStyle/>
                    <a:p>
                      <a:r>
                        <a:rPr lang="de-DE" sz="3300" dirty="0">
                          <a:solidFill>
                            <a:schemeClr val="accent3"/>
                          </a:solidFill>
                          <a:latin typeface="Univers LT Pro 45 Light" panose="020B0403020202090204"/>
                        </a:rPr>
                        <a:t>43,601.4</a:t>
                      </a:r>
                      <a:endParaRPr lang="en-DE" sz="3300" dirty="0">
                        <a:solidFill>
                          <a:schemeClr val="accent3"/>
                        </a:solidFill>
                        <a:latin typeface="Univers LT Pro 45 Light" panose="020B0403020202090204"/>
                      </a:endParaRPr>
                    </a:p>
                  </a:txBody>
                  <a:tcPr marL="93753" marR="93753" marT="46876" marB="46876"/>
                </a:tc>
                <a:tc>
                  <a:txBody>
                    <a:bodyPr/>
                    <a:lstStyle/>
                    <a:p>
                      <a:r>
                        <a:rPr lang="de-DE" sz="3300" dirty="0">
                          <a:solidFill>
                            <a:schemeClr val="accent3"/>
                          </a:solidFill>
                          <a:latin typeface="Univers LT Pro 45 Light" panose="020B0403020202090204"/>
                        </a:rPr>
                        <a:t>9,165.2</a:t>
                      </a:r>
                      <a:endParaRPr lang="en-DE" sz="3300" dirty="0">
                        <a:solidFill>
                          <a:schemeClr val="accent3"/>
                        </a:solidFill>
                        <a:latin typeface="Univers LT Pro 45 Light" panose="020B0403020202090204"/>
                      </a:endParaRPr>
                    </a:p>
                  </a:txBody>
                  <a:tcPr marL="93753" marR="93753" marT="46876" marB="46876"/>
                </a:tc>
                <a:tc>
                  <a:txBody>
                    <a:bodyPr/>
                    <a:lstStyle/>
                    <a:p>
                      <a:r>
                        <a:rPr lang="de-DE" sz="3300" dirty="0">
                          <a:solidFill>
                            <a:schemeClr val="accent3"/>
                          </a:solidFill>
                          <a:latin typeface="Univers LT Pro 45 Light" panose="020B0403020202090204"/>
                        </a:rPr>
                        <a:t>22,944.1</a:t>
                      </a:r>
                      <a:endParaRPr lang="en-DE" sz="3300" dirty="0">
                        <a:solidFill>
                          <a:schemeClr val="accent3"/>
                        </a:solidFill>
                        <a:latin typeface="Univers LT Pro 45 Light" panose="020B0403020202090204"/>
                      </a:endParaRPr>
                    </a:p>
                  </a:txBody>
                  <a:tcPr marL="93753" marR="93753" marT="46876" marB="46876"/>
                </a:tc>
                <a:tc>
                  <a:txBody>
                    <a:bodyPr/>
                    <a:lstStyle/>
                    <a:p>
                      <a:r>
                        <a:rPr lang="de-DE" sz="3300" dirty="0">
                          <a:solidFill>
                            <a:schemeClr val="accent3"/>
                          </a:solidFill>
                          <a:latin typeface="Univers LT Pro 45 Light" panose="020B0403020202090204"/>
                        </a:rPr>
                        <a:t>5,580.9</a:t>
                      </a:r>
                      <a:endParaRPr lang="en-DE" sz="3300" dirty="0">
                        <a:solidFill>
                          <a:schemeClr val="accent3"/>
                        </a:solidFill>
                        <a:latin typeface="Univers LT Pro 45 Light" panose="020B0403020202090204"/>
                      </a:endParaRPr>
                    </a:p>
                  </a:txBody>
                  <a:tcPr marL="93753" marR="93753" marT="46876" marB="46876"/>
                </a:tc>
                <a:tc>
                  <a:txBody>
                    <a:bodyPr/>
                    <a:lstStyle/>
                    <a:p>
                      <a:r>
                        <a:rPr lang="de-DE" sz="3300" dirty="0">
                          <a:solidFill>
                            <a:schemeClr val="accent3"/>
                          </a:solidFill>
                          <a:latin typeface="Univers LT Pro 45 Light" panose="020B0403020202090204"/>
                        </a:rPr>
                        <a:t>4,459.9</a:t>
                      </a:r>
                      <a:endParaRPr lang="en-DE" sz="3300" dirty="0">
                        <a:solidFill>
                          <a:schemeClr val="accent3"/>
                        </a:solidFill>
                        <a:latin typeface="Univers LT Pro 45 Light" panose="020B0403020202090204"/>
                      </a:endParaRPr>
                    </a:p>
                  </a:txBody>
                  <a:tcPr marL="93753" marR="93753" marT="46876" marB="46876"/>
                </a:tc>
                <a:tc>
                  <a:txBody>
                    <a:bodyPr/>
                    <a:lstStyle/>
                    <a:p>
                      <a:r>
                        <a:rPr lang="de-DE" sz="3300" dirty="0">
                          <a:solidFill>
                            <a:schemeClr val="accent3"/>
                          </a:solidFill>
                          <a:latin typeface="Univers LT Pro 45 Light" panose="020B0403020202090204"/>
                        </a:rPr>
                        <a:t>10,734.1</a:t>
                      </a:r>
                      <a:endParaRPr lang="en-DE" sz="3300" dirty="0">
                        <a:solidFill>
                          <a:schemeClr val="accent3"/>
                        </a:solidFill>
                        <a:latin typeface="Univers LT Pro 45 Light" panose="020B0403020202090204"/>
                      </a:endParaRPr>
                    </a:p>
                  </a:txBody>
                  <a:tcPr marL="93753" marR="93753" marT="46876" marB="46876"/>
                </a:tc>
                <a:tc>
                  <a:txBody>
                    <a:bodyPr/>
                    <a:lstStyle/>
                    <a:p>
                      <a:r>
                        <a:rPr lang="de-DE" sz="3300" dirty="0">
                          <a:solidFill>
                            <a:schemeClr val="accent3"/>
                          </a:solidFill>
                          <a:latin typeface="Univers LT Pro 45 Light" panose="020B0403020202090204"/>
                        </a:rPr>
                        <a:t>5,204.8</a:t>
                      </a:r>
                      <a:endParaRPr lang="en-DE" sz="3300" dirty="0">
                        <a:solidFill>
                          <a:schemeClr val="accent3"/>
                        </a:solidFill>
                        <a:latin typeface="Univers LT Pro 45 Light" panose="020B0403020202090204"/>
                      </a:endParaRPr>
                    </a:p>
                  </a:txBody>
                  <a:tcPr marL="93753" marR="93753" marT="46876" marB="46876"/>
                </a:tc>
                <a:extLst>
                  <a:ext uri="{0D108BD9-81ED-4DB2-BD59-A6C34878D82A}">
                    <a16:rowId xmlns:a16="http://schemas.microsoft.com/office/drawing/2014/main" val="3869265712"/>
                  </a:ext>
                </a:extLst>
              </a:tr>
              <a:tr h="651676">
                <a:tc>
                  <a:txBody>
                    <a:bodyPr/>
                    <a:lstStyle/>
                    <a:p>
                      <a:r>
                        <a:rPr lang="de-DE" sz="3300" dirty="0" err="1">
                          <a:solidFill>
                            <a:schemeClr val="accent3"/>
                          </a:solidFill>
                          <a:latin typeface="Univers LT Pro 45 Light" panose="020B0403020202090204"/>
                        </a:rPr>
                        <a:t>Avg</a:t>
                      </a:r>
                      <a:r>
                        <a:rPr lang="de-DE" sz="3300" dirty="0">
                          <a:solidFill>
                            <a:schemeClr val="accent3"/>
                          </a:solidFill>
                          <a:latin typeface="Univers LT Pro 45 Light" panose="020B0403020202090204"/>
                        </a:rPr>
                        <a:t>. Video Duration (sec)</a:t>
                      </a:r>
                      <a:endParaRPr lang="en-DE" sz="3300" dirty="0">
                        <a:solidFill>
                          <a:schemeClr val="accent3"/>
                        </a:solidFill>
                        <a:latin typeface="Univers LT Pro 45 Light" panose="020B0403020202090204"/>
                      </a:endParaRPr>
                    </a:p>
                  </a:txBody>
                  <a:tcPr marL="93753" marR="93753" marT="46876" marB="46876"/>
                </a:tc>
                <a:tc>
                  <a:txBody>
                    <a:bodyPr/>
                    <a:lstStyle/>
                    <a:p>
                      <a:r>
                        <a:rPr lang="de-DE" sz="3300" dirty="0">
                          <a:solidFill>
                            <a:schemeClr val="accent3"/>
                          </a:solidFill>
                          <a:latin typeface="Univers LT Pro 45 Light" panose="020B0403020202090204"/>
                        </a:rPr>
                        <a:t>436.5</a:t>
                      </a:r>
                      <a:endParaRPr lang="en-DE" sz="3300" dirty="0">
                        <a:solidFill>
                          <a:schemeClr val="accent3"/>
                        </a:solidFill>
                        <a:latin typeface="Univers LT Pro 45 Light" panose="020B0403020202090204"/>
                      </a:endParaRPr>
                    </a:p>
                  </a:txBody>
                  <a:tcPr marL="93753" marR="93753" marT="46876" marB="46876"/>
                </a:tc>
                <a:tc>
                  <a:txBody>
                    <a:bodyPr/>
                    <a:lstStyle/>
                    <a:p>
                      <a:r>
                        <a:rPr lang="de-DE" sz="3300" dirty="0">
                          <a:solidFill>
                            <a:schemeClr val="accent3"/>
                          </a:solidFill>
                          <a:latin typeface="Univers LT Pro 45 Light" panose="020B0403020202090204"/>
                        </a:rPr>
                        <a:t>666.1</a:t>
                      </a:r>
                      <a:endParaRPr lang="en-DE" sz="3300" dirty="0">
                        <a:solidFill>
                          <a:schemeClr val="accent3"/>
                        </a:solidFill>
                        <a:latin typeface="Univers LT Pro 45 Light" panose="020B0403020202090204"/>
                      </a:endParaRPr>
                    </a:p>
                  </a:txBody>
                  <a:tcPr marL="93753" marR="93753" marT="46876" marB="46876"/>
                </a:tc>
                <a:tc>
                  <a:txBody>
                    <a:bodyPr/>
                    <a:lstStyle/>
                    <a:p>
                      <a:r>
                        <a:rPr lang="de-DE" sz="3300" dirty="0">
                          <a:solidFill>
                            <a:schemeClr val="accent3"/>
                          </a:solidFill>
                          <a:latin typeface="Univers LT Pro 45 Light" panose="020B0403020202090204"/>
                        </a:rPr>
                        <a:t>661.3</a:t>
                      </a:r>
                      <a:endParaRPr lang="en-DE" sz="3300" dirty="0">
                        <a:solidFill>
                          <a:schemeClr val="accent3"/>
                        </a:solidFill>
                        <a:latin typeface="Univers LT Pro 45 Light" panose="020B0403020202090204"/>
                      </a:endParaRPr>
                    </a:p>
                  </a:txBody>
                  <a:tcPr marL="93753" marR="93753" marT="46876" marB="46876"/>
                </a:tc>
                <a:tc>
                  <a:txBody>
                    <a:bodyPr/>
                    <a:lstStyle/>
                    <a:p>
                      <a:r>
                        <a:rPr lang="de-DE" sz="3300" dirty="0">
                          <a:solidFill>
                            <a:schemeClr val="accent3"/>
                          </a:solidFill>
                          <a:latin typeface="Univers LT Pro 45 Light" panose="020B0403020202090204"/>
                        </a:rPr>
                        <a:t>453.4</a:t>
                      </a:r>
                      <a:endParaRPr lang="en-DE" sz="3300" dirty="0">
                        <a:solidFill>
                          <a:schemeClr val="accent3"/>
                        </a:solidFill>
                        <a:latin typeface="Univers LT Pro 45 Light" panose="020B0403020202090204"/>
                      </a:endParaRPr>
                    </a:p>
                  </a:txBody>
                  <a:tcPr marL="93753" marR="93753" marT="46876" marB="46876"/>
                </a:tc>
                <a:tc>
                  <a:txBody>
                    <a:bodyPr/>
                    <a:lstStyle/>
                    <a:p>
                      <a:r>
                        <a:rPr lang="de-DE" sz="3300" dirty="0">
                          <a:solidFill>
                            <a:schemeClr val="accent3"/>
                          </a:solidFill>
                          <a:latin typeface="Univers LT Pro 45 Light" panose="020B0403020202090204"/>
                        </a:rPr>
                        <a:t>670.5</a:t>
                      </a:r>
                      <a:endParaRPr lang="en-DE" sz="3300" dirty="0">
                        <a:solidFill>
                          <a:schemeClr val="accent3"/>
                        </a:solidFill>
                        <a:latin typeface="Univers LT Pro 45 Light" panose="020B0403020202090204"/>
                      </a:endParaRPr>
                    </a:p>
                  </a:txBody>
                  <a:tcPr marL="93753" marR="93753" marT="46876" marB="46876"/>
                </a:tc>
                <a:tc>
                  <a:txBody>
                    <a:bodyPr/>
                    <a:lstStyle/>
                    <a:p>
                      <a:r>
                        <a:rPr lang="de-DE" sz="3300" dirty="0">
                          <a:solidFill>
                            <a:schemeClr val="accent3"/>
                          </a:solidFill>
                          <a:latin typeface="Univers LT Pro 45 Light" panose="020B0403020202090204"/>
                        </a:rPr>
                        <a:t>901.3</a:t>
                      </a:r>
                      <a:endParaRPr lang="en-DE" sz="3300" dirty="0">
                        <a:solidFill>
                          <a:schemeClr val="accent3"/>
                        </a:solidFill>
                        <a:latin typeface="Univers LT Pro 45 Light" panose="020B0403020202090204"/>
                      </a:endParaRPr>
                    </a:p>
                  </a:txBody>
                  <a:tcPr marL="93753" marR="93753" marT="46876" marB="46876"/>
                </a:tc>
                <a:tc>
                  <a:txBody>
                    <a:bodyPr/>
                    <a:lstStyle/>
                    <a:p>
                      <a:r>
                        <a:rPr lang="de-DE" sz="3300" dirty="0">
                          <a:solidFill>
                            <a:schemeClr val="accent3"/>
                          </a:solidFill>
                          <a:latin typeface="Univers LT Pro 45 Light" panose="020B0403020202090204"/>
                        </a:rPr>
                        <a:t>878.3</a:t>
                      </a:r>
                      <a:endParaRPr lang="en-DE" sz="3300" dirty="0">
                        <a:solidFill>
                          <a:schemeClr val="accent3"/>
                        </a:solidFill>
                        <a:latin typeface="Univers LT Pro 45 Light" panose="020B0403020202090204"/>
                      </a:endParaRPr>
                    </a:p>
                  </a:txBody>
                  <a:tcPr marL="93753" marR="93753" marT="46876" marB="46876"/>
                </a:tc>
                <a:tc>
                  <a:txBody>
                    <a:bodyPr/>
                    <a:lstStyle/>
                    <a:p>
                      <a:r>
                        <a:rPr lang="de-DE" sz="3300" b="1" dirty="0">
                          <a:solidFill>
                            <a:schemeClr val="accent3"/>
                          </a:solidFill>
                          <a:latin typeface="Univers LT Pro 45 Light" panose="020B0403020202090204"/>
                        </a:rPr>
                        <a:t>1133.0</a:t>
                      </a:r>
                      <a:endParaRPr lang="en-DE" sz="3300" b="1" dirty="0">
                        <a:solidFill>
                          <a:schemeClr val="accent3"/>
                        </a:solidFill>
                        <a:latin typeface="Univers LT Pro 45 Light" panose="020B0403020202090204"/>
                      </a:endParaRPr>
                    </a:p>
                  </a:txBody>
                  <a:tcPr marL="93753" marR="93753" marT="46876" marB="46876"/>
                </a:tc>
                <a:extLst>
                  <a:ext uri="{0D108BD9-81ED-4DB2-BD59-A6C34878D82A}">
                    <a16:rowId xmlns:a16="http://schemas.microsoft.com/office/drawing/2014/main" val="3105918333"/>
                  </a:ext>
                </a:extLst>
              </a:tr>
              <a:tr h="651676">
                <a:tc>
                  <a:txBody>
                    <a:bodyPr/>
                    <a:lstStyle/>
                    <a:p>
                      <a:r>
                        <a:rPr lang="de-DE" sz="3300" dirty="0" err="1">
                          <a:solidFill>
                            <a:schemeClr val="accent3"/>
                          </a:solidFill>
                          <a:latin typeface="Univers LT Pro 45 Light" panose="020B0403020202090204"/>
                        </a:rPr>
                        <a:t>Avg</a:t>
                      </a:r>
                      <a:r>
                        <a:rPr lang="de-DE" sz="3300" dirty="0">
                          <a:solidFill>
                            <a:schemeClr val="accent3"/>
                          </a:solidFill>
                          <a:latin typeface="Univers LT Pro 45 Light" panose="020B0403020202090204"/>
                        </a:rPr>
                        <a:t>. Comments</a:t>
                      </a:r>
                      <a:endParaRPr lang="en-DE" sz="3300" dirty="0">
                        <a:solidFill>
                          <a:schemeClr val="accent3"/>
                        </a:solidFill>
                        <a:latin typeface="Univers LT Pro 45 Light" panose="020B0403020202090204"/>
                      </a:endParaRPr>
                    </a:p>
                  </a:txBody>
                  <a:tcPr marL="93753" marR="93753" marT="46876" marB="46876"/>
                </a:tc>
                <a:tc>
                  <a:txBody>
                    <a:bodyPr/>
                    <a:lstStyle/>
                    <a:p>
                      <a:r>
                        <a:rPr lang="de-DE" sz="3300" dirty="0">
                          <a:solidFill>
                            <a:schemeClr val="accent3"/>
                          </a:solidFill>
                          <a:latin typeface="Univers LT Pro 45 Light" panose="020B0403020202090204"/>
                        </a:rPr>
                        <a:t>397.6</a:t>
                      </a:r>
                      <a:endParaRPr lang="en-DE" sz="3300" dirty="0">
                        <a:solidFill>
                          <a:schemeClr val="accent3"/>
                        </a:solidFill>
                        <a:latin typeface="Univers LT Pro 45 Light" panose="020B0403020202090204"/>
                      </a:endParaRPr>
                    </a:p>
                  </a:txBody>
                  <a:tcPr marL="93753" marR="93753" marT="46876" marB="46876"/>
                </a:tc>
                <a:tc>
                  <a:txBody>
                    <a:bodyPr/>
                    <a:lstStyle/>
                    <a:p>
                      <a:r>
                        <a:rPr lang="de-DE" sz="3300" b="1" dirty="0">
                          <a:solidFill>
                            <a:schemeClr val="accent3"/>
                          </a:solidFill>
                          <a:latin typeface="Univers LT Pro 45 Light" panose="020B0403020202090204"/>
                        </a:rPr>
                        <a:t>398.4</a:t>
                      </a:r>
                      <a:endParaRPr lang="en-DE" sz="3300" b="1" dirty="0">
                        <a:solidFill>
                          <a:schemeClr val="accent3"/>
                        </a:solidFill>
                        <a:latin typeface="Univers LT Pro 45 Light" panose="020B0403020202090204"/>
                      </a:endParaRPr>
                    </a:p>
                  </a:txBody>
                  <a:tcPr marL="93753" marR="93753" marT="46876" marB="46876"/>
                </a:tc>
                <a:tc>
                  <a:txBody>
                    <a:bodyPr/>
                    <a:lstStyle/>
                    <a:p>
                      <a:r>
                        <a:rPr lang="de-DE" sz="3300" dirty="0">
                          <a:solidFill>
                            <a:schemeClr val="accent3"/>
                          </a:solidFill>
                          <a:latin typeface="Univers LT Pro 45 Light" panose="020B0403020202090204"/>
                        </a:rPr>
                        <a:t>43.1</a:t>
                      </a:r>
                      <a:endParaRPr lang="en-DE" sz="3300" dirty="0">
                        <a:solidFill>
                          <a:schemeClr val="accent3"/>
                        </a:solidFill>
                        <a:latin typeface="Univers LT Pro 45 Light" panose="020B0403020202090204"/>
                      </a:endParaRPr>
                    </a:p>
                  </a:txBody>
                  <a:tcPr marL="93753" marR="93753" marT="46876" marB="46876"/>
                </a:tc>
                <a:tc>
                  <a:txBody>
                    <a:bodyPr/>
                    <a:lstStyle/>
                    <a:p>
                      <a:r>
                        <a:rPr lang="de-DE" sz="3300" dirty="0">
                          <a:solidFill>
                            <a:schemeClr val="accent3"/>
                          </a:solidFill>
                          <a:latin typeface="Univers LT Pro 45 Light" panose="020B0403020202090204"/>
                        </a:rPr>
                        <a:t>7.6</a:t>
                      </a:r>
                      <a:endParaRPr lang="en-DE" sz="3300" dirty="0">
                        <a:solidFill>
                          <a:schemeClr val="accent3"/>
                        </a:solidFill>
                        <a:latin typeface="Univers LT Pro 45 Light" panose="020B0403020202090204"/>
                      </a:endParaRPr>
                    </a:p>
                  </a:txBody>
                  <a:tcPr marL="93753" marR="93753" marT="46876" marB="46876"/>
                </a:tc>
                <a:tc>
                  <a:txBody>
                    <a:bodyPr/>
                    <a:lstStyle/>
                    <a:p>
                      <a:r>
                        <a:rPr lang="de-DE" sz="3300" dirty="0">
                          <a:solidFill>
                            <a:schemeClr val="accent3"/>
                          </a:solidFill>
                          <a:latin typeface="Univers LT Pro 45 Light" panose="020B0403020202090204"/>
                        </a:rPr>
                        <a:t>0.7</a:t>
                      </a:r>
                      <a:endParaRPr lang="en-DE" sz="3300" dirty="0">
                        <a:solidFill>
                          <a:schemeClr val="accent3"/>
                        </a:solidFill>
                        <a:latin typeface="Univers LT Pro 45 Light" panose="020B0403020202090204"/>
                      </a:endParaRPr>
                    </a:p>
                  </a:txBody>
                  <a:tcPr marL="93753" marR="93753" marT="46876" marB="46876"/>
                </a:tc>
                <a:tc>
                  <a:txBody>
                    <a:bodyPr/>
                    <a:lstStyle/>
                    <a:p>
                      <a:r>
                        <a:rPr lang="de-DE" sz="3300" dirty="0">
                          <a:solidFill>
                            <a:schemeClr val="accent3"/>
                          </a:solidFill>
                          <a:latin typeface="Univers LT Pro 45 Light" panose="020B0403020202090204"/>
                        </a:rPr>
                        <a:t>0.2</a:t>
                      </a:r>
                      <a:endParaRPr lang="en-DE" sz="3300" dirty="0">
                        <a:solidFill>
                          <a:schemeClr val="accent3"/>
                        </a:solidFill>
                        <a:latin typeface="Univers LT Pro 45 Light" panose="020B0403020202090204"/>
                      </a:endParaRPr>
                    </a:p>
                  </a:txBody>
                  <a:tcPr marL="93753" marR="93753" marT="46876" marB="46876"/>
                </a:tc>
                <a:tc>
                  <a:txBody>
                    <a:bodyPr/>
                    <a:lstStyle/>
                    <a:p>
                      <a:r>
                        <a:rPr lang="de-DE" sz="3300" dirty="0">
                          <a:solidFill>
                            <a:schemeClr val="accent3"/>
                          </a:solidFill>
                          <a:latin typeface="Univers LT Pro 45 Light" panose="020B0403020202090204"/>
                        </a:rPr>
                        <a:t>46.3</a:t>
                      </a:r>
                      <a:endParaRPr lang="en-DE" sz="3300" dirty="0">
                        <a:solidFill>
                          <a:schemeClr val="accent3"/>
                        </a:solidFill>
                        <a:latin typeface="Univers LT Pro 45 Light" panose="020B0403020202090204"/>
                      </a:endParaRPr>
                    </a:p>
                  </a:txBody>
                  <a:tcPr marL="93753" marR="93753" marT="46876" marB="46876"/>
                </a:tc>
                <a:tc>
                  <a:txBody>
                    <a:bodyPr/>
                    <a:lstStyle/>
                    <a:p>
                      <a:r>
                        <a:rPr lang="de-DE" sz="3300" dirty="0">
                          <a:solidFill>
                            <a:schemeClr val="accent3"/>
                          </a:solidFill>
                          <a:latin typeface="Univers LT Pro 45 Light" panose="020B0403020202090204"/>
                        </a:rPr>
                        <a:t>25.7</a:t>
                      </a:r>
                      <a:endParaRPr lang="en-DE" sz="3300" dirty="0">
                        <a:solidFill>
                          <a:schemeClr val="accent3"/>
                        </a:solidFill>
                        <a:latin typeface="Univers LT Pro 45 Light" panose="020B0403020202090204"/>
                      </a:endParaRPr>
                    </a:p>
                  </a:txBody>
                  <a:tcPr marL="93753" marR="93753" marT="46876" marB="46876"/>
                </a:tc>
                <a:extLst>
                  <a:ext uri="{0D108BD9-81ED-4DB2-BD59-A6C34878D82A}">
                    <a16:rowId xmlns:a16="http://schemas.microsoft.com/office/drawing/2014/main" val="2083481307"/>
                  </a:ext>
                </a:extLst>
              </a:tr>
            </a:tbl>
          </a:graphicData>
        </a:graphic>
      </p:graphicFrame>
      <p:pic>
        <p:nvPicPr>
          <p:cNvPr id="15" name="Grafik 14" descr="Ein Bild, das Text, Schrift, Screenshot, Logo enthält.&#10;&#10;Automatisch generierte Beschreibung">
            <a:extLst>
              <a:ext uri="{FF2B5EF4-FFF2-40B4-BE49-F238E27FC236}">
                <a16:creationId xmlns:a16="http://schemas.microsoft.com/office/drawing/2014/main" id="{407394D2-BFCD-0467-E1F7-F77361FA7E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38070" y="41433449"/>
            <a:ext cx="5537187" cy="1797185"/>
          </a:xfrm>
          <a:prstGeom prst="rect">
            <a:avLst/>
          </a:prstGeom>
        </p:spPr>
      </p:pic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5CA49848-95C8-FB2E-2D70-498827C67B9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6898020" y="3390744"/>
            <a:ext cx="5184576" cy="6119972"/>
          </a:xfrm>
        </p:spPr>
        <p:txBody>
          <a:bodyPr/>
          <a:lstStyle/>
          <a:p>
            <a:r>
              <a:rPr lang="en-US" dirty="0"/>
              <a:t>Populist Content on YouTube</a:t>
            </a:r>
          </a:p>
          <a:p>
            <a:endParaRPr lang="en-US" dirty="0"/>
          </a:p>
          <a:p>
            <a:r>
              <a:rPr lang="en-US" b="0" dirty="0"/>
              <a:t>Online-Communication Strategies of German Parties</a:t>
            </a:r>
          </a:p>
        </p:txBody>
      </p:sp>
      <p:pic>
        <p:nvPicPr>
          <p:cNvPr id="26" name="Graphic 25">
            <a:extLst>
              <a:ext uri="{FF2B5EF4-FFF2-40B4-BE49-F238E27FC236}">
                <a16:creationId xmlns:a16="http://schemas.microsoft.com/office/drawing/2014/main" id="{D95507EF-EC01-9772-1816-AC1BB1B6641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6732999" y="19318986"/>
            <a:ext cx="13366894" cy="14703584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0E30457F-BBCD-0287-E9E9-EC81FA20CEA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8660965" y="8080745"/>
            <a:ext cx="6460104" cy="1429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9710471"/>
      </p:ext>
    </p:extLst>
  </p:cSld>
  <p:clrMapOvr>
    <a:masterClrMapping/>
  </p:clrMapOvr>
</p:sld>
</file>

<file path=ppt/theme/theme1.xml><?xml version="1.0" encoding="utf-8"?>
<a:theme xmlns:a="http://schemas.openxmlformats.org/drawingml/2006/main" name="Larissa">
  <a:themeElements>
    <a:clrScheme name="Benutzerdefiniert 1">
      <a:dk1>
        <a:srgbClr val="7F7F7F"/>
      </a:dk1>
      <a:lt1>
        <a:srgbClr val="FFFFFF"/>
      </a:lt1>
      <a:dk2>
        <a:srgbClr val="7F7F7F"/>
      </a:dk2>
      <a:lt2>
        <a:srgbClr val="FFFFFF"/>
      </a:lt2>
      <a:accent1>
        <a:srgbClr val="1BBBE9"/>
      </a:accent1>
      <a:accent2>
        <a:srgbClr val="00519E"/>
      </a:accent2>
      <a:accent3>
        <a:srgbClr val="3E444C"/>
      </a:accent3>
      <a:accent4>
        <a:srgbClr val="BDDDF2"/>
      </a:accent4>
      <a:accent5>
        <a:srgbClr val="4BACC6"/>
      </a:accent5>
      <a:accent6>
        <a:srgbClr val="7F7F7F"/>
      </a:accent6>
      <a:hlink>
        <a:srgbClr val="FFFF00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17552</TotalTime>
  <Words>626</Words>
  <Application>Microsoft Macintosh PowerPoint</Application>
  <PresentationFormat>Custom</PresentationFormat>
  <Paragraphs>151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Calibri</vt:lpstr>
      <vt:lpstr>Univers</vt:lpstr>
      <vt:lpstr>Univers LT Pro 45 Light</vt:lpstr>
      <vt:lpstr>Univers LT Pro 55</vt:lpstr>
      <vt:lpstr>Larissa</vt:lpstr>
      <vt:lpstr>PowerPoint Presentation</vt:lpstr>
    </vt:vector>
  </TitlesOfParts>
  <Company>Universität Stuttgart / Zentrale Verwaltung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Vera-Garcia, Francisca</dc:creator>
  <cp:lastModifiedBy>Lukas Erhard</cp:lastModifiedBy>
  <cp:revision>197</cp:revision>
  <dcterms:created xsi:type="dcterms:W3CDTF">2015-12-10T06:56:35Z</dcterms:created>
  <dcterms:modified xsi:type="dcterms:W3CDTF">2024-05-15T12:54:54Z</dcterms:modified>
</cp:coreProperties>
</file>